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47E661-8816-2A1E-6616-9E689E9638E8}" v="3" dt="2025-11-07T04:49:19.629"/>
    <p1510:client id="{FF189ABB-F1B0-4713-AF21-3445001D4DCE}" v="94" dt="2025-11-06T17:27:08.9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65" d="100"/>
          <a:sy n="65" d="100"/>
        </p:scale>
        <p:origin x="5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m Singh" userId="eb395ae4b50eec63" providerId="Windows Live" clId="Web-{FF189ABB-F1B0-4713-AF21-3445001D4DCE}"/>
    <pc:docChg chg="addSld modSld">
      <pc:chgData name="Om Singh" userId="eb395ae4b50eec63" providerId="Windows Live" clId="Web-{FF189ABB-F1B0-4713-AF21-3445001D4DCE}" dt="2025-11-06T17:27:09.990" v="108" actId="20577"/>
      <pc:docMkLst>
        <pc:docMk/>
      </pc:docMkLst>
      <pc:sldChg chg="addSp modSp">
        <pc:chgData name="Om Singh" userId="eb395ae4b50eec63" providerId="Windows Live" clId="Web-{FF189ABB-F1B0-4713-AF21-3445001D4DCE}" dt="2025-11-06T17:14:56.789" v="3"/>
        <pc:sldMkLst>
          <pc:docMk/>
          <pc:sldMk cId="109857222" sldId="256"/>
        </pc:sldMkLst>
        <pc:spChg chg="mod">
          <ac:chgData name="Om Singh" userId="eb395ae4b50eec63" providerId="Windows Live" clId="Web-{FF189ABB-F1B0-4713-AF21-3445001D4DCE}" dt="2025-11-06T17:14:11.818" v="1" actId="20577"/>
          <ac:spMkLst>
            <pc:docMk/>
            <pc:sldMk cId="109857222" sldId="256"/>
            <ac:spMk id="2" creationId="{00000000-0000-0000-0000-000000000000}"/>
          </ac:spMkLst>
        </pc:spChg>
        <pc:spChg chg="add mod">
          <ac:chgData name="Om Singh" userId="eb395ae4b50eec63" providerId="Windows Live" clId="Web-{FF189ABB-F1B0-4713-AF21-3445001D4DCE}" dt="2025-11-06T17:14:56.789" v="3"/>
          <ac:spMkLst>
            <pc:docMk/>
            <pc:sldMk cId="109857222" sldId="256"/>
            <ac:spMk id="4" creationId="{4AE6E874-4CBC-E67F-6E67-F6A92587F3D8}"/>
          </ac:spMkLst>
        </pc:spChg>
      </pc:sldChg>
      <pc:sldChg chg="modSp new">
        <pc:chgData name="Om Singh" userId="eb395ae4b50eec63" providerId="Windows Live" clId="Web-{FF189ABB-F1B0-4713-AF21-3445001D4DCE}" dt="2025-11-06T17:17:15.512" v="8" actId="20577"/>
        <pc:sldMkLst>
          <pc:docMk/>
          <pc:sldMk cId="2753142915" sldId="257"/>
        </pc:sldMkLst>
        <pc:spChg chg="mod">
          <ac:chgData name="Om Singh" userId="eb395ae4b50eec63" providerId="Windows Live" clId="Web-{FF189ABB-F1B0-4713-AF21-3445001D4DCE}" dt="2025-11-06T17:16:08.588" v="5" actId="20577"/>
          <ac:spMkLst>
            <pc:docMk/>
            <pc:sldMk cId="2753142915" sldId="257"/>
            <ac:spMk id="2" creationId="{CF39FCFB-5522-0A86-5305-769E89E41B31}"/>
          </ac:spMkLst>
        </pc:spChg>
        <pc:spChg chg="mod">
          <ac:chgData name="Om Singh" userId="eb395ae4b50eec63" providerId="Windows Live" clId="Web-{FF189ABB-F1B0-4713-AF21-3445001D4DCE}" dt="2025-11-06T17:17:15.512" v="8" actId="20577"/>
          <ac:spMkLst>
            <pc:docMk/>
            <pc:sldMk cId="2753142915" sldId="257"/>
            <ac:spMk id="3" creationId="{B78073D8-393B-11AD-1585-1A4C79A3FCBE}"/>
          </ac:spMkLst>
        </pc:spChg>
      </pc:sldChg>
      <pc:sldChg chg="modSp new">
        <pc:chgData name="Om Singh" userId="eb395ae4b50eec63" providerId="Windows Live" clId="Web-{FF189ABB-F1B0-4713-AF21-3445001D4DCE}" dt="2025-11-06T17:17:47.138" v="13" actId="20577"/>
        <pc:sldMkLst>
          <pc:docMk/>
          <pc:sldMk cId="466541508" sldId="258"/>
        </pc:sldMkLst>
        <pc:spChg chg="mod">
          <ac:chgData name="Om Singh" userId="eb395ae4b50eec63" providerId="Windows Live" clId="Web-{FF189ABB-F1B0-4713-AF21-3445001D4DCE}" dt="2025-11-06T17:17:16.731" v="11" actId="20577"/>
          <ac:spMkLst>
            <pc:docMk/>
            <pc:sldMk cId="466541508" sldId="258"/>
            <ac:spMk id="2" creationId="{9F4747EB-8A2A-5D2F-EF5E-6F032D2C8BC6}"/>
          </ac:spMkLst>
        </pc:spChg>
        <pc:spChg chg="mod">
          <ac:chgData name="Om Singh" userId="eb395ae4b50eec63" providerId="Windows Live" clId="Web-{FF189ABB-F1B0-4713-AF21-3445001D4DCE}" dt="2025-11-06T17:17:47.138" v="13" actId="20577"/>
          <ac:spMkLst>
            <pc:docMk/>
            <pc:sldMk cId="466541508" sldId="258"/>
            <ac:spMk id="3" creationId="{35C4FF62-92A1-9D38-0C43-E0B2FE99A1AE}"/>
          </ac:spMkLst>
        </pc:spChg>
      </pc:sldChg>
      <pc:sldChg chg="modSp new">
        <pc:chgData name="Om Singh" userId="eb395ae4b50eec63" providerId="Windows Live" clId="Web-{FF189ABB-F1B0-4713-AF21-3445001D4DCE}" dt="2025-11-06T17:17:48.310" v="18" actId="20577"/>
        <pc:sldMkLst>
          <pc:docMk/>
          <pc:sldMk cId="184203840" sldId="259"/>
        </pc:sldMkLst>
        <pc:spChg chg="mod">
          <ac:chgData name="Om Singh" userId="eb395ae4b50eec63" providerId="Windows Live" clId="Web-{FF189ABB-F1B0-4713-AF21-3445001D4DCE}" dt="2025-11-06T17:17:48.247" v="16" actId="20577"/>
          <ac:spMkLst>
            <pc:docMk/>
            <pc:sldMk cId="184203840" sldId="259"/>
            <ac:spMk id="2" creationId="{B173FEF7-D58B-D297-9E26-928E67D3EB5E}"/>
          </ac:spMkLst>
        </pc:spChg>
        <pc:spChg chg="mod">
          <ac:chgData name="Om Singh" userId="eb395ae4b50eec63" providerId="Windows Live" clId="Web-{FF189ABB-F1B0-4713-AF21-3445001D4DCE}" dt="2025-11-06T17:17:48.310" v="18" actId="20577"/>
          <ac:spMkLst>
            <pc:docMk/>
            <pc:sldMk cId="184203840" sldId="259"/>
            <ac:spMk id="3" creationId="{92ACEA29-9351-FE54-FD6C-996E3BB77721}"/>
          </ac:spMkLst>
        </pc:spChg>
      </pc:sldChg>
      <pc:sldChg chg="modSp new">
        <pc:chgData name="Om Singh" userId="eb395ae4b50eec63" providerId="Windows Live" clId="Web-{FF189ABB-F1B0-4713-AF21-3445001D4DCE}" dt="2025-11-06T17:22:52.081" v="24" actId="20577"/>
        <pc:sldMkLst>
          <pc:docMk/>
          <pc:sldMk cId="1789795382" sldId="260"/>
        </pc:sldMkLst>
        <pc:spChg chg="mod">
          <ac:chgData name="Om Singh" userId="eb395ae4b50eec63" providerId="Windows Live" clId="Web-{FF189ABB-F1B0-4713-AF21-3445001D4DCE}" dt="2025-11-06T17:22:38.643" v="21" actId="20577"/>
          <ac:spMkLst>
            <pc:docMk/>
            <pc:sldMk cId="1789795382" sldId="260"/>
            <ac:spMk id="2" creationId="{158A81C0-03F7-F945-85FA-4B4550127B91}"/>
          </ac:spMkLst>
        </pc:spChg>
        <pc:spChg chg="mod">
          <ac:chgData name="Om Singh" userId="eb395ae4b50eec63" providerId="Windows Live" clId="Web-{FF189ABB-F1B0-4713-AF21-3445001D4DCE}" dt="2025-11-06T17:22:52.081" v="24" actId="20577"/>
          <ac:spMkLst>
            <pc:docMk/>
            <pc:sldMk cId="1789795382" sldId="260"/>
            <ac:spMk id="3" creationId="{BFC807C2-A515-57D0-CA70-94ED85867866}"/>
          </ac:spMkLst>
        </pc:spChg>
      </pc:sldChg>
      <pc:sldChg chg="modSp new">
        <pc:chgData name="Om Singh" userId="eb395ae4b50eec63" providerId="Windows Live" clId="Web-{FF189ABB-F1B0-4713-AF21-3445001D4DCE}" dt="2025-11-06T17:23:06.972" v="29" actId="20577"/>
        <pc:sldMkLst>
          <pc:docMk/>
          <pc:sldMk cId="3314004490" sldId="261"/>
        </pc:sldMkLst>
        <pc:spChg chg="mod">
          <ac:chgData name="Om Singh" userId="eb395ae4b50eec63" providerId="Windows Live" clId="Web-{FF189ABB-F1B0-4713-AF21-3445001D4DCE}" dt="2025-11-06T17:22:53.972" v="26" actId="20577"/>
          <ac:spMkLst>
            <pc:docMk/>
            <pc:sldMk cId="3314004490" sldId="261"/>
            <ac:spMk id="2" creationId="{022B1C42-7E52-ED5F-8E79-0E35AD20FB16}"/>
          </ac:spMkLst>
        </pc:spChg>
        <pc:spChg chg="mod">
          <ac:chgData name="Om Singh" userId="eb395ae4b50eec63" providerId="Windows Live" clId="Web-{FF189ABB-F1B0-4713-AF21-3445001D4DCE}" dt="2025-11-06T17:23:06.972" v="29" actId="20577"/>
          <ac:spMkLst>
            <pc:docMk/>
            <pc:sldMk cId="3314004490" sldId="261"/>
            <ac:spMk id="3" creationId="{9A6E8EE1-853B-17D1-2136-39200F817F15}"/>
          </ac:spMkLst>
        </pc:spChg>
      </pc:sldChg>
      <pc:sldChg chg="modSp new">
        <pc:chgData name="Om Singh" userId="eb395ae4b50eec63" providerId="Windows Live" clId="Web-{FF189ABB-F1B0-4713-AF21-3445001D4DCE}" dt="2025-11-06T17:23:23.910" v="35" actId="20577"/>
        <pc:sldMkLst>
          <pc:docMk/>
          <pc:sldMk cId="4220844152" sldId="262"/>
        </pc:sldMkLst>
        <pc:spChg chg="mod">
          <ac:chgData name="Om Singh" userId="eb395ae4b50eec63" providerId="Windows Live" clId="Web-{FF189ABB-F1B0-4713-AF21-3445001D4DCE}" dt="2025-11-06T17:23:08.847" v="32" actId="20577"/>
          <ac:spMkLst>
            <pc:docMk/>
            <pc:sldMk cId="4220844152" sldId="262"/>
            <ac:spMk id="2" creationId="{552BC541-2FEF-C0E3-B946-8C95E9884650}"/>
          </ac:spMkLst>
        </pc:spChg>
        <pc:spChg chg="mod">
          <ac:chgData name="Om Singh" userId="eb395ae4b50eec63" providerId="Windows Live" clId="Web-{FF189ABB-F1B0-4713-AF21-3445001D4DCE}" dt="2025-11-06T17:23:23.910" v="35" actId="20577"/>
          <ac:spMkLst>
            <pc:docMk/>
            <pc:sldMk cId="4220844152" sldId="262"/>
            <ac:spMk id="3" creationId="{2349974B-D459-BD89-FC2A-7ADB7D5C1F4F}"/>
          </ac:spMkLst>
        </pc:spChg>
      </pc:sldChg>
      <pc:sldChg chg="modSp new">
        <pc:chgData name="Om Singh" userId="eb395ae4b50eec63" providerId="Windows Live" clId="Web-{FF189ABB-F1B0-4713-AF21-3445001D4DCE}" dt="2025-11-06T17:23:38.863" v="41" actId="20577"/>
        <pc:sldMkLst>
          <pc:docMk/>
          <pc:sldMk cId="1142687255" sldId="263"/>
        </pc:sldMkLst>
        <pc:spChg chg="mod">
          <ac:chgData name="Om Singh" userId="eb395ae4b50eec63" providerId="Windows Live" clId="Web-{FF189ABB-F1B0-4713-AF21-3445001D4DCE}" dt="2025-11-06T17:23:24.019" v="38" actId="20577"/>
          <ac:spMkLst>
            <pc:docMk/>
            <pc:sldMk cId="1142687255" sldId="263"/>
            <ac:spMk id="2" creationId="{9B2B1185-72EB-6D1E-1E06-1C654F5EE13F}"/>
          </ac:spMkLst>
        </pc:spChg>
        <pc:spChg chg="mod">
          <ac:chgData name="Om Singh" userId="eb395ae4b50eec63" providerId="Windows Live" clId="Web-{FF189ABB-F1B0-4713-AF21-3445001D4DCE}" dt="2025-11-06T17:23:38.863" v="41" actId="20577"/>
          <ac:spMkLst>
            <pc:docMk/>
            <pc:sldMk cId="1142687255" sldId="263"/>
            <ac:spMk id="3" creationId="{2A38ABAB-1364-8866-B6EF-A8E164752539}"/>
          </ac:spMkLst>
        </pc:spChg>
      </pc:sldChg>
      <pc:sldChg chg="modSp new">
        <pc:chgData name="Om Singh" userId="eb395ae4b50eec63" providerId="Windows Live" clId="Web-{FF189ABB-F1B0-4713-AF21-3445001D4DCE}" dt="2025-11-06T17:24:09.691" v="47" actId="20577"/>
        <pc:sldMkLst>
          <pc:docMk/>
          <pc:sldMk cId="2660330071" sldId="264"/>
        </pc:sldMkLst>
        <pc:spChg chg="mod">
          <ac:chgData name="Om Singh" userId="eb395ae4b50eec63" providerId="Windows Live" clId="Web-{FF189ABB-F1B0-4713-AF21-3445001D4DCE}" dt="2025-11-06T17:23:41.003" v="44" actId="20577"/>
          <ac:spMkLst>
            <pc:docMk/>
            <pc:sldMk cId="2660330071" sldId="264"/>
            <ac:spMk id="2" creationId="{7F1A779F-CEA5-FE9B-307D-D97E0B1B6A07}"/>
          </ac:spMkLst>
        </pc:spChg>
        <pc:spChg chg="mod">
          <ac:chgData name="Om Singh" userId="eb395ae4b50eec63" providerId="Windows Live" clId="Web-{FF189ABB-F1B0-4713-AF21-3445001D4DCE}" dt="2025-11-06T17:24:09.691" v="47" actId="20577"/>
          <ac:spMkLst>
            <pc:docMk/>
            <pc:sldMk cId="2660330071" sldId="264"/>
            <ac:spMk id="3" creationId="{F0662F78-C34A-40A7-18AA-0CF9C3B7EC08}"/>
          </ac:spMkLst>
        </pc:spChg>
      </pc:sldChg>
      <pc:sldChg chg="modSp new">
        <pc:chgData name="Om Singh" userId="eb395ae4b50eec63" providerId="Windows Live" clId="Web-{FF189ABB-F1B0-4713-AF21-3445001D4DCE}" dt="2025-11-06T17:24:27.942" v="53" actId="20577"/>
        <pc:sldMkLst>
          <pc:docMk/>
          <pc:sldMk cId="3841943815" sldId="265"/>
        </pc:sldMkLst>
        <pc:spChg chg="mod">
          <ac:chgData name="Om Singh" userId="eb395ae4b50eec63" providerId="Windows Live" clId="Web-{FF189ABB-F1B0-4713-AF21-3445001D4DCE}" dt="2025-11-06T17:24:11.801" v="50" actId="20577"/>
          <ac:spMkLst>
            <pc:docMk/>
            <pc:sldMk cId="3841943815" sldId="265"/>
            <ac:spMk id="2" creationId="{C53F23CC-E818-1591-C981-DE2414596321}"/>
          </ac:spMkLst>
        </pc:spChg>
        <pc:spChg chg="mod">
          <ac:chgData name="Om Singh" userId="eb395ae4b50eec63" providerId="Windows Live" clId="Web-{FF189ABB-F1B0-4713-AF21-3445001D4DCE}" dt="2025-11-06T17:24:27.942" v="53" actId="20577"/>
          <ac:spMkLst>
            <pc:docMk/>
            <pc:sldMk cId="3841943815" sldId="265"/>
            <ac:spMk id="3" creationId="{E77ACEE8-2F9A-E264-7EAD-716570DF4EE5}"/>
          </ac:spMkLst>
        </pc:spChg>
      </pc:sldChg>
      <pc:sldChg chg="modSp new">
        <pc:chgData name="Om Singh" userId="eb395ae4b50eec63" providerId="Windows Live" clId="Web-{FF189ABB-F1B0-4713-AF21-3445001D4DCE}" dt="2025-11-06T17:24:46.160" v="59" actId="20577"/>
        <pc:sldMkLst>
          <pc:docMk/>
          <pc:sldMk cId="219257833" sldId="266"/>
        </pc:sldMkLst>
        <pc:spChg chg="mod">
          <ac:chgData name="Om Singh" userId="eb395ae4b50eec63" providerId="Windows Live" clId="Web-{FF189ABB-F1B0-4713-AF21-3445001D4DCE}" dt="2025-11-06T17:24:29.879" v="56" actId="20577"/>
          <ac:spMkLst>
            <pc:docMk/>
            <pc:sldMk cId="219257833" sldId="266"/>
            <ac:spMk id="2" creationId="{98A2522E-F58E-4374-F3FF-53BE054D8BC3}"/>
          </ac:spMkLst>
        </pc:spChg>
        <pc:spChg chg="mod">
          <ac:chgData name="Om Singh" userId="eb395ae4b50eec63" providerId="Windows Live" clId="Web-{FF189ABB-F1B0-4713-AF21-3445001D4DCE}" dt="2025-11-06T17:24:46.160" v="59" actId="20577"/>
          <ac:spMkLst>
            <pc:docMk/>
            <pc:sldMk cId="219257833" sldId="266"/>
            <ac:spMk id="3" creationId="{F06D6593-458E-3766-DF68-806A81F11775}"/>
          </ac:spMkLst>
        </pc:spChg>
      </pc:sldChg>
      <pc:sldChg chg="modSp new">
        <pc:chgData name="Om Singh" userId="eb395ae4b50eec63" providerId="Windows Live" clId="Web-{FF189ABB-F1B0-4713-AF21-3445001D4DCE}" dt="2025-11-06T17:25:08.661" v="65" actId="20577"/>
        <pc:sldMkLst>
          <pc:docMk/>
          <pc:sldMk cId="2186721422" sldId="267"/>
        </pc:sldMkLst>
        <pc:spChg chg="mod">
          <ac:chgData name="Om Singh" userId="eb395ae4b50eec63" providerId="Windows Live" clId="Web-{FF189ABB-F1B0-4713-AF21-3445001D4DCE}" dt="2025-11-06T17:24:48.707" v="62" actId="20577"/>
          <ac:spMkLst>
            <pc:docMk/>
            <pc:sldMk cId="2186721422" sldId="267"/>
            <ac:spMk id="2" creationId="{8B7C629F-847F-BA3C-3F82-42F5B5086418}"/>
          </ac:spMkLst>
        </pc:spChg>
        <pc:spChg chg="mod">
          <ac:chgData name="Om Singh" userId="eb395ae4b50eec63" providerId="Windows Live" clId="Web-{FF189ABB-F1B0-4713-AF21-3445001D4DCE}" dt="2025-11-06T17:25:08.661" v="65" actId="20577"/>
          <ac:spMkLst>
            <pc:docMk/>
            <pc:sldMk cId="2186721422" sldId="267"/>
            <ac:spMk id="3" creationId="{E1D1CB58-CA50-F2A8-E33E-71CE4DAF3CDB}"/>
          </ac:spMkLst>
        </pc:spChg>
      </pc:sldChg>
      <pc:sldChg chg="modSp new">
        <pc:chgData name="Om Singh" userId="eb395ae4b50eec63" providerId="Windows Live" clId="Web-{FF189ABB-F1B0-4713-AF21-3445001D4DCE}" dt="2025-11-06T17:25:22.708" v="70" actId="20577"/>
        <pc:sldMkLst>
          <pc:docMk/>
          <pc:sldMk cId="734698404" sldId="268"/>
        </pc:sldMkLst>
        <pc:spChg chg="mod">
          <ac:chgData name="Om Singh" userId="eb395ae4b50eec63" providerId="Windows Live" clId="Web-{FF189ABB-F1B0-4713-AF21-3445001D4DCE}" dt="2025-11-06T17:25:10.614" v="67" actId="20577"/>
          <ac:spMkLst>
            <pc:docMk/>
            <pc:sldMk cId="734698404" sldId="268"/>
            <ac:spMk id="2" creationId="{485EDE1C-0626-7C94-B37A-6E32A112988C}"/>
          </ac:spMkLst>
        </pc:spChg>
        <pc:spChg chg="mod">
          <ac:chgData name="Om Singh" userId="eb395ae4b50eec63" providerId="Windows Live" clId="Web-{FF189ABB-F1B0-4713-AF21-3445001D4DCE}" dt="2025-11-06T17:25:22.708" v="70" actId="20577"/>
          <ac:spMkLst>
            <pc:docMk/>
            <pc:sldMk cId="734698404" sldId="268"/>
            <ac:spMk id="3" creationId="{FD4E7A35-0740-A7B4-863E-36D66F50E2C0}"/>
          </ac:spMkLst>
        </pc:spChg>
      </pc:sldChg>
      <pc:sldChg chg="modSp new">
        <pc:chgData name="Om Singh" userId="eb395ae4b50eec63" providerId="Windows Live" clId="Web-{FF189ABB-F1B0-4713-AF21-3445001D4DCE}" dt="2025-11-06T17:25:41.098" v="76" actId="20577"/>
        <pc:sldMkLst>
          <pc:docMk/>
          <pc:sldMk cId="353261638" sldId="269"/>
        </pc:sldMkLst>
        <pc:spChg chg="mod">
          <ac:chgData name="Om Singh" userId="eb395ae4b50eec63" providerId="Windows Live" clId="Web-{FF189ABB-F1B0-4713-AF21-3445001D4DCE}" dt="2025-11-06T17:25:24.786" v="73" actId="20577"/>
          <ac:spMkLst>
            <pc:docMk/>
            <pc:sldMk cId="353261638" sldId="269"/>
            <ac:spMk id="2" creationId="{A773FA85-2E09-444E-3A00-5C53A5E3B7D4}"/>
          </ac:spMkLst>
        </pc:spChg>
        <pc:spChg chg="mod">
          <ac:chgData name="Om Singh" userId="eb395ae4b50eec63" providerId="Windows Live" clId="Web-{FF189ABB-F1B0-4713-AF21-3445001D4DCE}" dt="2025-11-06T17:25:41.098" v="76" actId="20577"/>
          <ac:spMkLst>
            <pc:docMk/>
            <pc:sldMk cId="353261638" sldId="269"/>
            <ac:spMk id="3" creationId="{D22547EE-FBD4-DEED-707E-E75E9966317D}"/>
          </ac:spMkLst>
        </pc:spChg>
      </pc:sldChg>
      <pc:sldChg chg="modSp new">
        <pc:chgData name="Om Singh" userId="eb395ae4b50eec63" providerId="Windows Live" clId="Web-{FF189ABB-F1B0-4713-AF21-3445001D4DCE}" dt="2025-11-06T17:25:55.192" v="82" actId="20577"/>
        <pc:sldMkLst>
          <pc:docMk/>
          <pc:sldMk cId="1075478711" sldId="270"/>
        </pc:sldMkLst>
        <pc:spChg chg="mod">
          <ac:chgData name="Om Singh" userId="eb395ae4b50eec63" providerId="Windows Live" clId="Web-{FF189ABB-F1B0-4713-AF21-3445001D4DCE}" dt="2025-11-06T17:25:43.223" v="79" actId="20577"/>
          <ac:spMkLst>
            <pc:docMk/>
            <pc:sldMk cId="1075478711" sldId="270"/>
            <ac:spMk id="2" creationId="{BE01E673-9E2D-027E-8CED-C125A2510D52}"/>
          </ac:spMkLst>
        </pc:spChg>
        <pc:spChg chg="mod">
          <ac:chgData name="Om Singh" userId="eb395ae4b50eec63" providerId="Windows Live" clId="Web-{FF189ABB-F1B0-4713-AF21-3445001D4DCE}" dt="2025-11-06T17:25:55.192" v="82" actId="20577"/>
          <ac:spMkLst>
            <pc:docMk/>
            <pc:sldMk cId="1075478711" sldId="270"/>
            <ac:spMk id="3" creationId="{5E2305CF-E3E2-25BA-15BB-57F066CB9BE3}"/>
          </ac:spMkLst>
        </pc:spChg>
      </pc:sldChg>
      <pc:sldChg chg="modSp new">
        <pc:chgData name="Om Singh" userId="eb395ae4b50eec63" providerId="Windows Live" clId="Web-{FF189ABB-F1B0-4713-AF21-3445001D4DCE}" dt="2025-11-06T17:26:11.161" v="87" actId="20577"/>
        <pc:sldMkLst>
          <pc:docMk/>
          <pc:sldMk cId="2799269081" sldId="271"/>
        </pc:sldMkLst>
        <pc:spChg chg="mod">
          <ac:chgData name="Om Singh" userId="eb395ae4b50eec63" providerId="Windows Live" clId="Web-{FF189ABB-F1B0-4713-AF21-3445001D4DCE}" dt="2025-11-06T17:25:57.567" v="84" actId="20577"/>
          <ac:spMkLst>
            <pc:docMk/>
            <pc:sldMk cId="2799269081" sldId="271"/>
            <ac:spMk id="2" creationId="{433AE154-A206-AA3C-13F6-1E826970E91A}"/>
          </ac:spMkLst>
        </pc:spChg>
        <pc:spChg chg="mod">
          <ac:chgData name="Om Singh" userId="eb395ae4b50eec63" providerId="Windows Live" clId="Web-{FF189ABB-F1B0-4713-AF21-3445001D4DCE}" dt="2025-11-06T17:26:11.161" v="87" actId="20577"/>
          <ac:spMkLst>
            <pc:docMk/>
            <pc:sldMk cId="2799269081" sldId="271"/>
            <ac:spMk id="3" creationId="{A7500207-C59B-29D6-9358-530B5F9FF1E9}"/>
          </ac:spMkLst>
        </pc:spChg>
      </pc:sldChg>
      <pc:sldChg chg="modSp new">
        <pc:chgData name="Om Singh" userId="eb395ae4b50eec63" providerId="Windows Live" clId="Web-{FF189ABB-F1B0-4713-AF21-3445001D4DCE}" dt="2025-11-06T17:26:26.802" v="93" actId="20577"/>
        <pc:sldMkLst>
          <pc:docMk/>
          <pc:sldMk cId="1997156669" sldId="272"/>
        </pc:sldMkLst>
        <pc:spChg chg="mod">
          <ac:chgData name="Om Singh" userId="eb395ae4b50eec63" providerId="Windows Live" clId="Web-{FF189ABB-F1B0-4713-AF21-3445001D4DCE}" dt="2025-11-06T17:26:13.130" v="90" actId="20577"/>
          <ac:spMkLst>
            <pc:docMk/>
            <pc:sldMk cId="1997156669" sldId="272"/>
            <ac:spMk id="2" creationId="{ECE00FE8-8C0A-0A54-05AB-E26F1ECBC439}"/>
          </ac:spMkLst>
        </pc:spChg>
        <pc:spChg chg="mod">
          <ac:chgData name="Om Singh" userId="eb395ae4b50eec63" providerId="Windows Live" clId="Web-{FF189ABB-F1B0-4713-AF21-3445001D4DCE}" dt="2025-11-06T17:26:26.802" v="93" actId="20577"/>
          <ac:spMkLst>
            <pc:docMk/>
            <pc:sldMk cId="1997156669" sldId="272"/>
            <ac:spMk id="3" creationId="{51F59170-747B-4140-C7D6-5B5E4E84FC8C}"/>
          </ac:spMkLst>
        </pc:spChg>
      </pc:sldChg>
      <pc:sldChg chg="modSp new">
        <pc:chgData name="Om Singh" userId="eb395ae4b50eec63" providerId="Windows Live" clId="Web-{FF189ABB-F1B0-4713-AF21-3445001D4DCE}" dt="2025-11-06T17:26:46.162" v="98" actId="20577"/>
        <pc:sldMkLst>
          <pc:docMk/>
          <pc:sldMk cId="1818772833" sldId="273"/>
        </pc:sldMkLst>
        <pc:spChg chg="mod">
          <ac:chgData name="Om Singh" userId="eb395ae4b50eec63" providerId="Windows Live" clId="Web-{FF189ABB-F1B0-4713-AF21-3445001D4DCE}" dt="2025-11-06T17:26:28.724" v="95" actId="20577"/>
          <ac:spMkLst>
            <pc:docMk/>
            <pc:sldMk cId="1818772833" sldId="273"/>
            <ac:spMk id="2" creationId="{B5522752-F09E-32C2-D488-6174525D4807}"/>
          </ac:spMkLst>
        </pc:spChg>
        <pc:spChg chg="mod">
          <ac:chgData name="Om Singh" userId="eb395ae4b50eec63" providerId="Windows Live" clId="Web-{FF189ABB-F1B0-4713-AF21-3445001D4DCE}" dt="2025-11-06T17:26:46.162" v="98" actId="20577"/>
          <ac:spMkLst>
            <pc:docMk/>
            <pc:sldMk cId="1818772833" sldId="273"/>
            <ac:spMk id="3" creationId="{CA40CCA1-1B83-CEB4-16CC-7F5B930371BF}"/>
          </ac:spMkLst>
        </pc:spChg>
      </pc:sldChg>
      <pc:sldChg chg="modSp new">
        <pc:chgData name="Om Singh" userId="eb395ae4b50eec63" providerId="Windows Live" clId="Web-{FF189ABB-F1B0-4713-AF21-3445001D4DCE}" dt="2025-11-06T17:27:06.505" v="103" actId="20577"/>
        <pc:sldMkLst>
          <pc:docMk/>
          <pc:sldMk cId="3523571367" sldId="274"/>
        </pc:sldMkLst>
        <pc:spChg chg="mod">
          <ac:chgData name="Om Singh" userId="eb395ae4b50eec63" providerId="Windows Live" clId="Web-{FF189ABB-F1B0-4713-AF21-3445001D4DCE}" dt="2025-11-06T17:26:48.099" v="100" actId="20577"/>
          <ac:spMkLst>
            <pc:docMk/>
            <pc:sldMk cId="3523571367" sldId="274"/>
            <ac:spMk id="2" creationId="{B1A40672-92AF-DAA6-5B74-FD99C5478784}"/>
          </ac:spMkLst>
        </pc:spChg>
        <pc:spChg chg="mod">
          <ac:chgData name="Om Singh" userId="eb395ae4b50eec63" providerId="Windows Live" clId="Web-{FF189ABB-F1B0-4713-AF21-3445001D4DCE}" dt="2025-11-06T17:27:06.505" v="103" actId="20577"/>
          <ac:spMkLst>
            <pc:docMk/>
            <pc:sldMk cId="3523571367" sldId="274"/>
            <ac:spMk id="3" creationId="{DAA62100-8D46-5455-1D82-DC6525751BCD}"/>
          </ac:spMkLst>
        </pc:spChg>
      </pc:sldChg>
      <pc:sldChg chg="modSp new">
        <pc:chgData name="Om Singh" userId="eb395ae4b50eec63" providerId="Windows Live" clId="Web-{FF189ABB-F1B0-4713-AF21-3445001D4DCE}" dt="2025-11-06T17:27:09.990" v="108" actId="20577"/>
        <pc:sldMkLst>
          <pc:docMk/>
          <pc:sldMk cId="1642423297" sldId="275"/>
        </pc:sldMkLst>
        <pc:spChg chg="mod">
          <ac:chgData name="Om Singh" userId="eb395ae4b50eec63" providerId="Windows Live" clId="Web-{FF189ABB-F1B0-4713-AF21-3445001D4DCE}" dt="2025-11-06T17:27:08.490" v="106" actId="20577"/>
          <ac:spMkLst>
            <pc:docMk/>
            <pc:sldMk cId="1642423297" sldId="275"/>
            <ac:spMk id="2" creationId="{7A17E6CE-FB55-6D2A-0C72-45D74D59A5D4}"/>
          </ac:spMkLst>
        </pc:spChg>
        <pc:spChg chg="mod">
          <ac:chgData name="Om Singh" userId="eb395ae4b50eec63" providerId="Windows Live" clId="Web-{FF189ABB-F1B0-4713-AF21-3445001D4DCE}" dt="2025-11-06T17:27:09.990" v="108" actId="20577"/>
          <ac:spMkLst>
            <pc:docMk/>
            <pc:sldMk cId="1642423297" sldId="275"/>
            <ac:spMk id="3" creationId="{7999D8FC-5ACA-547E-E653-51F3137366C6}"/>
          </ac:spMkLst>
        </pc:spChg>
      </pc:sldChg>
    </pc:docChg>
  </pc:docChgLst>
  <pc:docChgLst>
    <pc:chgData name="Om Singh" userId="eb395ae4b50eec63" providerId="LiveId" clId="{BF6C3C3F-63B7-43A5-8AC6-297E7503BDC5}"/>
    <pc:docChg chg="custSel modSld">
      <pc:chgData name="Om Singh" userId="eb395ae4b50eec63" providerId="LiveId" clId="{BF6C3C3F-63B7-43A5-8AC6-297E7503BDC5}" dt="2025-11-07T04:42:00.841" v="4" actId="478"/>
      <pc:docMkLst>
        <pc:docMk/>
      </pc:docMkLst>
      <pc:sldChg chg="delSp modSp mod">
        <pc:chgData name="Om Singh" userId="eb395ae4b50eec63" providerId="LiveId" clId="{BF6C3C3F-63B7-43A5-8AC6-297E7503BDC5}" dt="2025-11-07T04:42:00.841" v="4" actId="478"/>
        <pc:sldMkLst>
          <pc:docMk/>
          <pc:sldMk cId="109857222" sldId="256"/>
        </pc:sldMkLst>
        <pc:spChg chg="mod">
          <ac:chgData name="Om Singh" userId="eb395ae4b50eec63" providerId="LiveId" clId="{BF6C3C3F-63B7-43A5-8AC6-297E7503BDC5}" dt="2025-11-07T04:41:45.105" v="0"/>
          <ac:spMkLst>
            <pc:docMk/>
            <pc:sldMk cId="109857222" sldId="256"/>
            <ac:spMk id="3" creationId="{00000000-0000-0000-0000-000000000000}"/>
          </ac:spMkLst>
        </pc:spChg>
        <pc:spChg chg="del mod">
          <ac:chgData name="Om Singh" userId="eb395ae4b50eec63" providerId="LiveId" clId="{BF6C3C3F-63B7-43A5-8AC6-297E7503BDC5}" dt="2025-11-07T04:42:00.841" v="4" actId="478"/>
          <ac:spMkLst>
            <pc:docMk/>
            <pc:sldMk cId="109857222" sldId="256"/>
            <ac:spMk id="4" creationId="{4AE6E874-4CBC-E67F-6E67-F6A92587F3D8}"/>
          </ac:spMkLst>
        </pc:spChg>
      </pc:sldChg>
    </pc:docChg>
  </pc:docChgLst>
  <pc:docChgLst>
    <pc:chgData name="Om Singh" userId="eb395ae4b50eec63" providerId="Windows Live" clId="Web-{6C47E661-8816-2A1E-6616-9E689E9638E8}"/>
    <pc:docChg chg="mod modSld addMainMaster delMainMaster">
      <pc:chgData name="Om Singh" userId="eb395ae4b50eec63" providerId="Windows Live" clId="Web-{6C47E661-8816-2A1E-6616-9E689E9638E8}" dt="2025-11-07T04:49:19.629" v="6"/>
      <pc:docMkLst>
        <pc:docMk/>
      </pc:docMkLst>
      <pc:sldChg chg="addSp modSp mod setBg modClrScheme chgLayout">
        <pc:chgData name="Om Singh" userId="eb395ae4b50eec63" providerId="Windows Live" clId="Web-{6C47E661-8816-2A1E-6616-9E689E9638E8}" dt="2025-11-07T04:48:31.253" v="2"/>
        <pc:sldMkLst>
          <pc:docMk/>
          <pc:sldMk cId="109857222" sldId="256"/>
        </pc:sldMkLst>
        <pc:spChg chg="mod ord">
          <ac:chgData name="Om Singh" userId="eb395ae4b50eec63" providerId="Windows Live" clId="Web-{6C47E661-8816-2A1E-6616-9E689E9638E8}" dt="2025-11-07T04:48:31.253" v="2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Om Singh" userId="eb395ae4b50eec63" providerId="Windows Live" clId="Web-{6C47E661-8816-2A1E-6616-9E689E9638E8}" dt="2025-11-07T04:48:31.253" v="2"/>
          <ac:spMkLst>
            <pc:docMk/>
            <pc:sldMk cId="109857222" sldId="256"/>
            <ac:spMk id="3" creationId="{00000000-0000-0000-0000-000000000000}"/>
          </ac:spMkLst>
        </pc:spChg>
        <pc:spChg chg="add">
          <ac:chgData name="Om Singh" userId="eb395ae4b50eec63" providerId="Windows Live" clId="Web-{6C47E661-8816-2A1E-6616-9E689E9638E8}" dt="2025-11-07T04:48:31.253" v="2"/>
          <ac:spMkLst>
            <pc:docMk/>
            <pc:sldMk cId="109857222" sldId="256"/>
            <ac:spMk id="8" creationId="{9CD9ACDE-8038-488C-AB0C-5FD1A373C8CD}"/>
          </ac:spMkLst>
        </pc:spChg>
        <pc:spChg chg="add">
          <ac:chgData name="Om Singh" userId="eb395ae4b50eec63" providerId="Windows Live" clId="Web-{6C47E661-8816-2A1E-6616-9E689E9638E8}" dt="2025-11-07T04:48:31.253" v="2"/>
          <ac:spMkLst>
            <pc:docMk/>
            <pc:sldMk cId="109857222" sldId="256"/>
            <ac:spMk id="10" creationId="{DA6C2449-5F66-4753-AAA3-4AD81E57A0E5}"/>
          </ac:spMkLst>
        </pc:spChg>
        <pc:grpChg chg="add">
          <ac:chgData name="Om Singh" userId="eb395ae4b50eec63" providerId="Windows Live" clId="Web-{6C47E661-8816-2A1E-6616-9E689E9638E8}" dt="2025-11-07T04:48:31.253" v="2"/>
          <ac:grpSpMkLst>
            <pc:docMk/>
            <pc:sldMk cId="109857222" sldId="256"/>
            <ac:grpSpMk id="12" creationId="{329F7DAB-18F4-436A-A0D8-61013DEB6F50}"/>
          </ac:grpSpMkLst>
        </pc:grpChg>
      </pc:sldChg>
      <pc:sldChg chg="addSp delSp modSp mod setBg modClrScheme chgLayout">
        <pc:chgData name="Om Singh" userId="eb395ae4b50eec63" providerId="Windows Live" clId="Web-{6C47E661-8816-2A1E-6616-9E689E9638E8}" dt="2025-11-07T04:49:04.660" v="5"/>
        <pc:sldMkLst>
          <pc:docMk/>
          <pc:sldMk cId="2753142915" sldId="257"/>
        </pc:sldMkLst>
        <pc:spChg chg="mod ord">
          <ac:chgData name="Om Singh" userId="eb395ae4b50eec63" providerId="Windows Live" clId="Web-{6C47E661-8816-2A1E-6616-9E689E9638E8}" dt="2025-11-07T04:49:04.660" v="5"/>
          <ac:spMkLst>
            <pc:docMk/>
            <pc:sldMk cId="2753142915" sldId="257"/>
            <ac:spMk id="2" creationId="{CF39FCFB-5522-0A86-5305-769E89E41B31}"/>
          </ac:spMkLst>
        </pc:spChg>
        <pc:spChg chg="add del mod ord">
          <ac:chgData name="Om Singh" userId="eb395ae4b50eec63" providerId="Windows Live" clId="Web-{6C47E661-8816-2A1E-6616-9E689E9638E8}" dt="2025-11-07T04:49:04.660" v="5"/>
          <ac:spMkLst>
            <pc:docMk/>
            <pc:sldMk cId="2753142915" sldId="257"/>
            <ac:spMk id="3" creationId="{B78073D8-393B-11AD-1585-1A4C79A3FCBE}"/>
          </ac:spMkLst>
        </pc:spChg>
        <pc:spChg chg="add del">
          <ac:chgData name="Om Singh" userId="eb395ae4b50eec63" providerId="Windows Live" clId="Web-{6C47E661-8816-2A1E-6616-9E689E9638E8}" dt="2025-11-07T04:49:04.628" v="4"/>
          <ac:spMkLst>
            <pc:docMk/>
            <pc:sldMk cId="2753142915" sldId="257"/>
            <ac:spMk id="9" creationId="{103AE710-7D3C-454B-82CF-49B0093E9892}"/>
          </ac:spMkLst>
        </pc:spChg>
        <pc:spChg chg="add del">
          <ac:chgData name="Om Singh" userId="eb395ae4b50eec63" providerId="Windows Live" clId="Web-{6C47E661-8816-2A1E-6616-9E689E9638E8}" dt="2025-11-07T04:49:04.628" v="4"/>
          <ac:spMkLst>
            <pc:docMk/>
            <pc:sldMk cId="2753142915" sldId="257"/>
            <ac:spMk id="11" creationId="{039CC2B4-028D-4241-812D-86DEFC665CEB}"/>
          </ac:spMkLst>
        </pc:spChg>
        <pc:spChg chg="add">
          <ac:chgData name="Om Singh" userId="eb395ae4b50eec63" providerId="Windows Live" clId="Web-{6C47E661-8816-2A1E-6616-9E689E9638E8}" dt="2025-11-07T04:49:04.660" v="5"/>
          <ac:spMkLst>
            <pc:docMk/>
            <pc:sldMk cId="2753142915" sldId="257"/>
            <ac:spMk id="21" creationId="{103AE710-7D3C-454B-82CF-49B0093E9892}"/>
          </ac:spMkLst>
        </pc:spChg>
        <pc:spChg chg="add">
          <ac:chgData name="Om Singh" userId="eb395ae4b50eec63" providerId="Windows Live" clId="Web-{6C47E661-8816-2A1E-6616-9E689E9638E8}" dt="2025-11-07T04:49:04.660" v="5"/>
          <ac:spMkLst>
            <pc:docMk/>
            <pc:sldMk cId="2753142915" sldId="257"/>
            <ac:spMk id="22" creationId="{039CC2B4-028D-4241-812D-86DEFC665CEB}"/>
          </ac:spMkLst>
        </pc:spChg>
        <pc:grpChg chg="add del">
          <ac:chgData name="Om Singh" userId="eb395ae4b50eec63" providerId="Windows Live" clId="Web-{6C47E661-8816-2A1E-6616-9E689E9638E8}" dt="2025-11-07T04:49:04.628" v="4"/>
          <ac:grpSpMkLst>
            <pc:docMk/>
            <pc:sldMk cId="2753142915" sldId="257"/>
            <ac:grpSpMk id="13" creationId="{CA13242B-E02E-4DE0-859A-2A46B775FBD7}"/>
          </ac:grpSpMkLst>
        </pc:grpChg>
        <pc:grpChg chg="add">
          <ac:chgData name="Om Singh" userId="eb395ae4b50eec63" providerId="Windows Live" clId="Web-{6C47E661-8816-2A1E-6616-9E689E9638E8}" dt="2025-11-07T04:49:04.660" v="5"/>
          <ac:grpSpMkLst>
            <pc:docMk/>
            <pc:sldMk cId="2753142915" sldId="257"/>
            <ac:grpSpMk id="23" creationId="{CA13242B-E02E-4DE0-859A-2A46B775FBD7}"/>
          </ac:grpSpMkLst>
        </pc:grpChg>
        <pc:graphicFrameChg chg="add del">
          <ac:chgData name="Om Singh" userId="eb395ae4b50eec63" providerId="Windows Live" clId="Web-{6C47E661-8816-2A1E-6616-9E689E9638E8}" dt="2025-11-07T04:49:04.628" v="4"/>
          <ac:graphicFrameMkLst>
            <pc:docMk/>
            <pc:sldMk cId="2753142915" sldId="257"/>
            <ac:graphicFrameMk id="5" creationId="{A50789BF-FBF2-826B-75BA-D675B1FC7C8E}"/>
          </ac:graphicFrameMkLst>
        </pc:graphicFrameChg>
        <pc:graphicFrameChg chg="add">
          <ac:chgData name="Om Singh" userId="eb395ae4b50eec63" providerId="Windows Live" clId="Web-{6C47E661-8816-2A1E-6616-9E689E9638E8}" dt="2025-11-07T04:49:04.660" v="5"/>
          <ac:graphicFrameMkLst>
            <pc:docMk/>
            <pc:sldMk cId="2753142915" sldId="257"/>
            <ac:graphicFrameMk id="24" creationId="{AAA6E149-148A-BB8C-EEB0-224707B19E10}"/>
          </ac:graphicFrameMkLst>
        </pc:graphicFrameChg>
      </pc:sldChg>
      <pc:sldChg chg="addSp delSp modSp mod modClrScheme chgLayout">
        <pc:chgData name="Om Singh" userId="eb395ae4b50eec63" providerId="Windows Live" clId="Web-{6C47E661-8816-2A1E-6616-9E689E9638E8}" dt="2025-11-07T04:49:19.629" v="6"/>
        <pc:sldMkLst>
          <pc:docMk/>
          <pc:sldMk cId="466541508" sldId="258"/>
        </pc:sldMkLst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466541508" sldId="258"/>
            <ac:spMk id="2" creationId="{9F4747EB-8A2A-5D2F-EF5E-6F032D2C8BC6}"/>
          </ac:spMkLst>
        </pc:spChg>
        <pc:spChg chg="del mod ord">
          <ac:chgData name="Om Singh" userId="eb395ae4b50eec63" providerId="Windows Live" clId="Web-{6C47E661-8816-2A1E-6616-9E689E9638E8}" dt="2025-11-07T04:49:19.629" v="6"/>
          <ac:spMkLst>
            <pc:docMk/>
            <pc:sldMk cId="466541508" sldId="258"/>
            <ac:spMk id="3" creationId="{35C4FF62-92A1-9D38-0C43-E0B2FE99A1AE}"/>
          </ac:spMkLst>
        </pc:spChg>
        <pc:graphicFrameChg chg="add">
          <ac:chgData name="Om Singh" userId="eb395ae4b50eec63" providerId="Windows Live" clId="Web-{6C47E661-8816-2A1E-6616-9E689E9638E8}" dt="2025-11-07T04:49:19.629" v="6"/>
          <ac:graphicFrameMkLst>
            <pc:docMk/>
            <pc:sldMk cId="466541508" sldId="258"/>
            <ac:graphicFrameMk id="5" creationId="{E78A7D5C-28DA-BDE2-991D-8DAB922A83C4}"/>
          </ac:graphicFrameMkLst>
        </pc:graphicFrameChg>
      </pc:sldChg>
      <pc:sldChg chg="modSp mod modClrScheme chgLayout">
        <pc:chgData name="Om Singh" userId="eb395ae4b50eec63" providerId="Windows Live" clId="Web-{6C47E661-8816-2A1E-6616-9E689E9638E8}" dt="2025-11-07T04:48:00.144" v="1"/>
        <pc:sldMkLst>
          <pc:docMk/>
          <pc:sldMk cId="184203840" sldId="259"/>
        </pc:sldMkLst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184203840" sldId="259"/>
            <ac:spMk id="2" creationId="{B173FEF7-D58B-D297-9E26-928E67D3EB5E}"/>
          </ac:spMkLst>
        </pc:spChg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184203840" sldId="259"/>
            <ac:spMk id="3" creationId="{92ACEA29-9351-FE54-FD6C-996E3BB77721}"/>
          </ac:spMkLst>
        </pc:spChg>
      </pc:sldChg>
      <pc:sldChg chg="modSp mod modClrScheme chgLayout">
        <pc:chgData name="Om Singh" userId="eb395ae4b50eec63" providerId="Windows Live" clId="Web-{6C47E661-8816-2A1E-6616-9E689E9638E8}" dt="2025-11-07T04:48:00.144" v="1"/>
        <pc:sldMkLst>
          <pc:docMk/>
          <pc:sldMk cId="1789795382" sldId="260"/>
        </pc:sldMkLst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1789795382" sldId="260"/>
            <ac:spMk id="2" creationId="{158A81C0-03F7-F945-85FA-4B4550127B91}"/>
          </ac:spMkLst>
        </pc:spChg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1789795382" sldId="260"/>
            <ac:spMk id="3" creationId="{BFC807C2-A515-57D0-CA70-94ED85867866}"/>
          </ac:spMkLst>
        </pc:spChg>
      </pc:sldChg>
      <pc:sldChg chg="modSp mod modClrScheme chgLayout">
        <pc:chgData name="Om Singh" userId="eb395ae4b50eec63" providerId="Windows Live" clId="Web-{6C47E661-8816-2A1E-6616-9E689E9638E8}" dt="2025-11-07T04:48:00.144" v="1"/>
        <pc:sldMkLst>
          <pc:docMk/>
          <pc:sldMk cId="3314004490" sldId="261"/>
        </pc:sldMkLst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3314004490" sldId="261"/>
            <ac:spMk id="2" creationId="{022B1C42-7E52-ED5F-8E79-0E35AD20FB16}"/>
          </ac:spMkLst>
        </pc:spChg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3314004490" sldId="261"/>
            <ac:spMk id="3" creationId="{9A6E8EE1-853B-17D1-2136-39200F817F15}"/>
          </ac:spMkLst>
        </pc:spChg>
      </pc:sldChg>
      <pc:sldChg chg="modSp mod modClrScheme chgLayout">
        <pc:chgData name="Om Singh" userId="eb395ae4b50eec63" providerId="Windows Live" clId="Web-{6C47E661-8816-2A1E-6616-9E689E9638E8}" dt="2025-11-07T04:48:00.144" v="1"/>
        <pc:sldMkLst>
          <pc:docMk/>
          <pc:sldMk cId="4220844152" sldId="262"/>
        </pc:sldMkLst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4220844152" sldId="262"/>
            <ac:spMk id="2" creationId="{552BC541-2FEF-C0E3-B946-8C95E9884650}"/>
          </ac:spMkLst>
        </pc:spChg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4220844152" sldId="262"/>
            <ac:spMk id="3" creationId="{2349974B-D459-BD89-FC2A-7ADB7D5C1F4F}"/>
          </ac:spMkLst>
        </pc:spChg>
      </pc:sldChg>
      <pc:sldChg chg="modSp mod modClrScheme chgLayout">
        <pc:chgData name="Om Singh" userId="eb395ae4b50eec63" providerId="Windows Live" clId="Web-{6C47E661-8816-2A1E-6616-9E689E9638E8}" dt="2025-11-07T04:48:00.144" v="1"/>
        <pc:sldMkLst>
          <pc:docMk/>
          <pc:sldMk cId="1142687255" sldId="263"/>
        </pc:sldMkLst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1142687255" sldId="263"/>
            <ac:spMk id="2" creationId="{9B2B1185-72EB-6D1E-1E06-1C654F5EE13F}"/>
          </ac:spMkLst>
        </pc:spChg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1142687255" sldId="263"/>
            <ac:spMk id="3" creationId="{2A38ABAB-1364-8866-B6EF-A8E164752539}"/>
          </ac:spMkLst>
        </pc:spChg>
      </pc:sldChg>
      <pc:sldChg chg="modSp mod modClrScheme chgLayout">
        <pc:chgData name="Om Singh" userId="eb395ae4b50eec63" providerId="Windows Live" clId="Web-{6C47E661-8816-2A1E-6616-9E689E9638E8}" dt="2025-11-07T04:48:00.144" v="1"/>
        <pc:sldMkLst>
          <pc:docMk/>
          <pc:sldMk cId="2660330071" sldId="264"/>
        </pc:sldMkLst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2660330071" sldId="264"/>
            <ac:spMk id="2" creationId="{7F1A779F-CEA5-FE9B-307D-D97E0B1B6A07}"/>
          </ac:spMkLst>
        </pc:spChg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2660330071" sldId="264"/>
            <ac:spMk id="3" creationId="{F0662F78-C34A-40A7-18AA-0CF9C3B7EC08}"/>
          </ac:spMkLst>
        </pc:spChg>
      </pc:sldChg>
      <pc:sldChg chg="modSp mod modClrScheme chgLayout">
        <pc:chgData name="Om Singh" userId="eb395ae4b50eec63" providerId="Windows Live" clId="Web-{6C47E661-8816-2A1E-6616-9E689E9638E8}" dt="2025-11-07T04:48:00.144" v="1"/>
        <pc:sldMkLst>
          <pc:docMk/>
          <pc:sldMk cId="3841943815" sldId="265"/>
        </pc:sldMkLst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3841943815" sldId="265"/>
            <ac:spMk id="2" creationId="{C53F23CC-E818-1591-C981-DE2414596321}"/>
          </ac:spMkLst>
        </pc:spChg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3841943815" sldId="265"/>
            <ac:spMk id="3" creationId="{E77ACEE8-2F9A-E264-7EAD-716570DF4EE5}"/>
          </ac:spMkLst>
        </pc:spChg>
      </pc:sldChg>
      <pc:sldChg chg="modSp mod modClrScheme chgLayout">
        <pc:chgData name="Om Singh" userId="eb395ae4b50eec63" providerId="Windows Live" clId="Web-{6C47E661-8816-2A1E-6616-9E689E9638E8}" dt="2025-11-07T04:48:00.144" v="1"/>
        <pc:sldMkLst>
          <pc:docMk/>
          <pc:sldMk cId="219257833" sldId="266"/>
        </pc:sldMkLst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219257833" sldId="266"/>
            <ac:spMk id="2" creationId="{98A2522E-F58E-4374-F3FF-53BE054D8BC3}"/>
          </ac:spMkLst>
        </pc:spChg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219257833" sldId="266"/>
            <ac:spMk id="3" creationId="{F06D6593-458E-3766-DF68-806A81F11775}"/>
          </ac:spMkLst>
        </pc:spChg>
      </pc:sldChg>
      <pc:sldChg chg="modSp mod modClrScheme chgLayout">
        <pc:chgData name="Om Singh" userId="eb395ae4b50eec63" providerId="Windows Live" clId="Web-{6C47E661-8816-2A1E-6616-9E689E9638E8}" dt="2025-11-07T04:48:00.144" v="1"/>
        <pc:sldMkLst>
          <pc:docMk/>
          <pc:sldMk cId="2186721422" sldId="267"/>
        </pc:sldMkLst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2186721422" sldId="267"/>
            <ac:spMk id="2" creationId="{8B7C629F-847F-BA3C-3F82-42F5B5086418}"/>
          </ac:spMkLst>
        </pc:spChg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2186721422" sldId="267"/>
            <ac:spMk id="3" creationId="{E1D1CB58-CA50-F2A8-E33E-71CE4DAF3CDB}"/>
          </ac:spMkLst>
        </pc:spChg>
      </pc:sldChg>
      <pc:sldChg chg="modSp mod modClrScheme chgLayout">
        <pc:chgData name="Om Singh" userId="eb395ae4b50eec63" providerId="Windows Live" clId="Web-{6C47E661-8816-2A1E-6616-9E689E9638E8}" dt="2025-11-07T04:48:00.144" v="1"/>
        <pc:sldMkLst>
          <pc:docMk/>
          <pc:sldMk cId="734698404" sldId="268"/>
        </pc:sldMkLst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734698404" sldId="268"/>
            <ac:spMk id="2" creationId="{485EDE1C-0626-7C94-B37A-6E32A112988C}"/>
          </ac:spMkLst>
        </pc:spChg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734698404" sldId="268"/>
            <ac:spMk id="3" creationId="{FD4E7A35-0740-A7B4-863E-36D66F50E2C0}"/>
          </ac:spMkLst>
        </pc:spChg>
      </pc:sldChg>
      <pc:sldChg chg="modSp mod modClrScheme chgLayout">
        <pc:chgData name="Om Singh" userId="eb395ae4b50eec63" providerId="Windows Live" clId="Web-{6C47E661-8816-2A1E-6616-9E689E9638E8}" dt="2025-11-07T04:48:00.144" v="1"/>
        <pc:sldMkLst>
          <pc:docMk/>
          <pc:sldMk cId="353261638" sldId="269"/>
        </pc:sldMkLst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353261638" sldId="269"/>
            <ac:spMk id="2" creationId="{A773FA85-2E09-444E-3A00-5C53A5E3B7D4}"/>
          </ac:spMkLst>
        </pc:spChg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353261638" sldId="269"/>
            <ac:spMk id="3" creationId="{D22547EE-FBD4-DEED-707E-E75E9966317D}"/>
          </ac:spMkLst>
        </pc:spChg>
      </pc:sldChg>
      <pc:sldChg chg="modSp mod modClrScheme chgLayout">
        <pc:chgData name="Om Singh" userId="eb395ae4b50eec63" providerId="Windows Live" clId="Web-{6C47E661-8816-2A1E-6616-9E689E9638E8}" dt="2025-11-07T04:48:00.144" v="1"/>
        <pc:sldMkLst>
          <pc:docMk/>
          <pc:sldMk cId="1075478711" sldId="270"/>
        </pc:sldMkLst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1075478711" sldId="270"/>
            <ac:spMk id="2" creationId="{BE01E673-9E2D-027E-8CED-C125A2510D52}"/>
          </ac:spMkLst>
        </pc:spChg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1075478711" sldId="270"/>
            <ac:spMk id="3" creationId="{5E2305CF-E3E2-25BA-15BB-57F066CB9BE3}"/>
          </ac:spMkLst>
        </pc:spChg>
      </pc:sldChg>
      <pc:sldChg chg="modSp mod modClrScheme chgLayout">
        <pc:chgData name="Om Singh" userId="eb395ae4b50eec63" providerId="Windows Live" clId="Web-{6C47E661-8816-2A1E-6616-9E689E9638E8}" dt="2025-11-07T04:48:00.144" v="1"/>
        <pc:sldMkLst>
          <pc:docMk/>
          <pc:sldMk cId="2799269081" sldId="271"/>
        </pc:sldMkLst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2799269081" sldId="271"/>
            <ac:spMk id="2" creationId="{433AE154-A206-AA3C-13F6-1E826970E91A}"/>
          </ac:spMkLst>
        </pc:spChg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2799269081" sldId="271"/>
            <ac:spMk id="3" creationId="{A7500207-C59B-29D6-9358-530B5F9FF1E9}"/>
          </ac:spMkLst>
        </pc:spChg>
      </pc:sldChg>
      <pc:sldChg chg="modSp mod modClrScheme chgLayout">
        <pc:chgData name="Om Singh" userId="eb395ae4b50eec63" providerId="Windows Live" clId="Web-{6C47E661-8816-2A1E-6616-9E689E9638E8}" dt="2025-11-07T04:48:00.144" v="1"/>
        <pc:sldMkLst>
          <pc:docMk/>
          <pc:sldMk cId="1997156669" sldId="272"/>
        </pc:sldMkLst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1997156669" sldId="272"/>
            <ac:spMk id="2" creationId="{ECE00FE8-8C0A-0A54-05AB-E26F1ECBC439}"/>
          </ac:spMkLst>
        </pc:spChg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1997156669" sldId="272"/>
            <ac:spMk id="3" creationId="{51F59170-747B-4140-C7D6-5B5E4E84FC8C}"/>
          </ac:spMkLst>
        </pc:spChg>
      </pc:sldChg>
      <pc:sldChg chg="modSp mod modClrScheme chgLayout">
        <pc:chgData name="Om Singh" userId="eb395ae4b50eec63" providerId="Windows Live" clId="Web-{6C47E661-8816-2A1E-6616-9E689E9638E8}" dt="2025-11-07T04:48:00.144" v="1"/>
        <pc:sldMkLst>
          <pc:docMk/>
          <pc:sldMk cId="1818772833" sldId="273"/>
        </pc:sldMkLst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1818772833" sldId="273"/>
            <ac:spMk id="2" creationId="{B5522752-F09E-32C2-D488-6174525D4807}"/>
          </ac:spMkLst>
        </pc:spChg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1818772833" sldId="273"/>
            <ac:spMk id="3" creationId="{CA40CCA1-1B83-CEB4-16CC-7F5B930371BF}"/>
          </ac:spMkLst>
        </pc:spChg>
      </pc:sldChg>
      <pc:sldChg chg="modSp mod modClrScheme chgLayout">
        <pc:chgData name="Om Singh" userId="eb395ae4b50eec63" providerId="Windows Live" clId="Web-{6C47E661-8816-2A1E-6616-9E689E9638E8}" dt="2025-11-07T04:48:00.144" v="1"/>
        <pc:sldMkLst>
          <pc:docMk/>
          <pc:sldMk cId="3523571367" sldId="274"/>
        </pc:sldMkLst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3523571367" sldId="274"/>
            <ac:spMk id="2" creationId="{B1A40672-92AF-DAA6-5B74-FD99C5478784}"/>
          </ac:spMkLst>
        </pc:spChg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3523571367" sldId="274"/>
            <ac:spMk id="3" creationId="{DAA62100-8D46-5455-1D82-DC6525751BCD}"/>
          </ac:spMkLst>
        </pc:spChg>
      </pc:sldChg>
      <pc:sldChg chg="modSp mod modClrScheme chgLayout">
        <pc:chgData name="Om Singh" userId="eb395ae4b50eec63" providerId="Windows Live" clId="Web-{6C47E661-8816-2A1E-6616-9E689E9638E8}" dt="2025-11-07T04:48:00.144" v="1"/>
        <pc:sldMkLst>
          <pc:docMk/>
          <pc:sldMk cId="1642423297" sldId="275"/>
        </pc:sldMkLst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1642423297" sldId="275"/>
            <ac:spMk id="2" creationId="{7A17E6CE-FB55-6D2A-0C72-45D74D59A5D4}"/>
          </ac:spMkLst>
        </pc:spChg>
        <pc:spChg chg="mod ord">
          <ac:chgData name="Om Singh" userId="eb395ae4b50eec63" providerId="Windows Live" clId="Web-{6C47E661-8816-2A1E-6616-9E689E9638E8}" dt="2025-11-07T04:48:00.144" v="1"/>
          <ac:spMkLst>
            <pc:docMk/>
            <pc:sldMk cId="1642423297" sldId="275"/>
            <ac:spMk id="3" creationId="{7999D8FC-5ACA-547E-E653-51F3137366C6}"/>
          </ac:spMkLst>
        </pc:spChg>
      </pc:sldChg>
      <pc:sldMasterChg chg="del delSldLayout">
        <pc:chgData name="Om Singh" userId="eb395ae4b50eec63" providerId="Windows Live" clId="Web-{6C47E661-8816-2A1E-6616-9E689E9638E8}" dt="2025-11-07T04:47:48.909" v="0"/>
        <pc:sldMasterMkLst>
          <pc:docMk/>
          <pc:sldMasterMk cId="2460954070" sldId="2147483660"/>
        </pc:sldMasterMkLst>
        <pc:sldLayoutChg chg="del">
          <pc:chgData name="Om Singh" userId="eb395ae4b50eec63" providerId="Windows Live" clId="Web-{6C47E661-8816-2A1E-6616-9E689E9638E8}" dt="2025-11-07T04:47:48.909" v="0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Om Singh" userId="eb395ae4b50eec63" providerId="Windows Live" clId="Web-{6C47E661-8816-2A1E-6616-9E689E9638E8}" dt="2025-11-07T04:47:48.909" v="0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Om Singh" userId="eb395ae4b50eec63" providerId="Windows Live" clId="Web-{6C47E661-8816-2A1E-6616-9E689E9638E8}" dt="2025-11-07T04:47:48.909" v="0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Om Singh" userId="eb395ae4b50eec63" providerId="Windows Live" clId="Web-{6C47E661-8816-2A1E-6616-9E689E9638E8}" dt="2025-11-07T04:47:48.909" v="0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Om Singh" userId="eb395ae4b50eec63" providerId="Windows Live" clId="Web-{6C47E661-8816-2A1E-6616-9E689E9638E8}" dt="2025-11-07T04:47:48.909" v="0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Om Singh" userId="eb395ae4b50eec63" providerId="Windows Live" clId="Web-{6C47E661-8816-2A1E-6616-9E689E9638E8}" dt="2025-11-07T04:47:48.909" v="0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Om Singh" userId="eb395ae4b50eec63" providerId="Windows Live" clId="Web-{6C47E661-8816-2A1E-6616-9E689E9638E8}" dt="2025-11-07T04:47:48.909" v="0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Om Singh" userId="eb395ae4b50eec63" providerId="Windows Live" clId="Web-{6C47E661-8816-2A1E-6616-9E689E9638E8}" dt="2025-11-07T04:47:48.909" v="0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Om Singh" userId="eb395ae4b50eec63" providerId="Windows Live" clId="Web-{6C47E661-8816-2A1E-6616-9E689E9638E8}" dt="2025-11-07T04:47:48.909" v="0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Om Singh" userId="eb395ae4b50eec63" providerId="Windows Live" clId="Web-{6C47E661-8816-2A1E-6616-9E689E9638E8}" dt="2025-11-07T04:47:48.909" v="0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Om Singh" userId="eb395ae4b50eec63" providerId="Windows Live" clId="Web-{6C47E661-8816-2A1E-6616-9E689E9638E8}" dt="2025-11-07T04:47:48.909" v="0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Om Singh" userId="eb395ae4b50eec63" providerId="Windows Live" clId="Web-{6C47E661-8816-2A1E-6616-9E689E9638E8}" dt="2025-11-07T04:48:00.144" v="1"/>
        <pc:sldMasterMkLst>
          <pc:docMk/>
          <pc:sldMasterMk cId="1508510279" sldId="2147483672"/>
        </pc:sldMasterMkLst>
        <pc:sldLayoutChg chg="add del mod replId">
          <pc:chgData name="Om Singh" userId="eb395ae4b50eec63" providerId="Windows Live" clId="Web-{6C47E661-8816-2A1E-6616-9E689E9638E8}" dt="2025-11-07T04:48:00.144" v="1"/>
          <pc:sldLayoutMkLst>
            <pc:docMk/>
            <pc:sldMasterMk cId="1508510279" sldId="2147483672"/>
            <pc:sldLayoutMk cId="1249814412" sldId="2147483673"/>
          </pc:sldLayoutMkLst>
        </pc:sldLayoutChg>
        <pc:sldLayoutChg chg="add del mod replId">
          <pc:chgData name="Om Singh" userId="eb395ae4b50eec63" providerId="Windows Live" clId="Web-{6C47E661-8816-2A1E-6616-9E689E9638E8}" dt="2025-11-07T04:48:00.144" v="1"/>
          <pc:sldLayoutMkLst>
            <pc:docMk/>
            <pc:sldMasterMk cId="1508510279" sldId="2147483672"/>
            <pc:sldLayoutMk cId="214735749" sldId="2147483674"/>
          </pc:sldLayoutMkLst>
        </pc:sldLayoutChg>
        <pc:sldLayoutChg chg="add del mod replId">
          <pc:chgData name="Om Singh" userId="eb395ae4b50eec63" providerId="Windows Live" clId="Web-{6C47E661-8816-2A1E-6616-9E689E9638E8}" dt="2025-11-07T04:48:00.144" v="1"/>
          <pc:sldLayoutMkLst>
            <pc:docMk/>
            <pc:sldMasterMk cId="1508510279" sldId="2147483672"/>
            <pc:sldLayoutMk cId="471950829" sldId="2147483675"/>
          </pc:sldLayoutMkLst>
        </pc:sldLayoutChg>
        <pc:sldLayoutChg chg="add del mod replId">
          <pc:chgData name="Om Singh" userId="eb395ae4b50eec63" providerId="Windows Live" clId="Web-{6C47E661-8816-2A1E-6616-9E689E9638E8}" dt="2025-11-07T04:48:00.144" v="1"/>
          <pc:sldLayoutMkLst>
            <pc:docMk/>
            <pc:sldMasterMk cId="1508510279" sldId="2147483672"/>
            <pc:sldLayoutMk cId="2254601744" sldId="2147483676"/>
          </pc:sldLayoutMkLst>
        </pc:sldLayoutChg>
        <pc:sldLayoutChg chg="add del mod replId">
          <pc:chgData name="Om Singh" userId="eb395ae4b50eec63" providerId="Windows Live" clId="Web-{6C47E661-8816-2A1E-6616-9E689E9638E8}" dt="2025-11-07T04:48:00.144" v="1"/>
          <pc:sldLayoutMkLst>
            <pc:docMk/>
            <pc:sldMasterMk cId="1508510279" sldId="2147483672"/>
            <pc:sldLayoutMk cId="2314362017" sldId="2147483677"/>
          </pc:sldLayoutMkLst>
        </pc:sldLayoutChg>
        <pc:sldLayoutChg chg="add del mod replId">
          <pc:chgData name="Om Singh" userId="eb395ae4b50eec63" providerId="Windows Live" clId="Web-{6C47E661-8816-2A1E-6616-9E689E9638E8}" dt="2025-11-07T04:48:00.144" v="1"/>
          <pc:sldLayoutMkLst>
            <pc:docMk/>
            <pc:sldMasterMk cId="1508510279" sldId="2147483672"/>
            <pc:sldLayoutMk cId="2022455506" sldId="2147483678"/>
          </pc:sldLayoutMkLst>
        </pc:sldLayoutChg>
        <pc:sldLayoutChg chg="add del mod replId">
          <pc:chgData name="Om Singh" userId="eb395ae4b50eec63" providerId="Windows Live" clId="Web-{6C47E661-8816-2A1E-6616-9E689E9638E8}" dt="2025-11-07T04:48:00.144" v="1"/>
          <pc:sldLayoutMkLst>
            <pc:docMk/>
            <pc:sldMasterMk cId="1508510279" sldId="2147483672"/>
            <pc:sldLayoutMk cId="3071638114" sldId="2147483679"/>
          </pc:sldLayoutMkLst>
        </pc:sldLayoutChg>
        <pc:sldLayoutChg chg="add del mod replId">
          <pc:chgData name="Om Singh" userId="eb395ae4b50eec63" providerId="Windows Live" clId="Web-{6C47E661-8816-2A1E-6616-9E689E9638E8}" dt="2025-11-07T04:48:00.144" v="1"/>
          <pc:sldLayoutMkLst>
            <pc:docMk/>
            <pc:sldMasterMk cId="1508510279" sldId="2147483672"/>
            <pc:sldLayoutMk cId="3485486311" sldId="2147483680"/>
          </pc:sldLayoutMkLst>
        </pc:sldLayoutChg>
        <pc:sldLayoutChg chg="add del mod replId">
          <pc:chgData name="Om Singh" userId="eb395ae4b50eec63" providerId="Windows Live" clId="Web-{6C47E661-8816-2A1E-6616-9E689E9638E8}" dt="2025-11-07T04:48:00.144" v="1"/>
          <pc:sldLayoutMkLst>
            <pc:docMk/>
            <pc:sldMasterMk cId="1508510279" sldId="2147483672"/>
            <pc:sldLayoutMk cId="1254769182" sldId="2147483681"/>
          </pc:sldLayoutMkLst>
        </pc:sldLayoutChg>
        <pc:sldLayoutChg chg="add del mod replId">
          <pc:chgData name="Om Singh" userId="eb395ae4b50eec63" providerId="Windows Live" clId="Web-{6C47E661-8816-2A1E-6616-9E689E9638E8}" dt="2025-11-07T04:48:00.144" v="1"/>
          <pc:sldLayoutMkLst>
            <pc:docMk/>
            <pc:sldMasterMk cId="1508510279" sldId="2147483672"/>
            <pc:sldLayoutMk cId="2440630837" sldId="2147483682"/>
          </pc:sldLayoutMkLst>
        </pc:sldLayoutChg>
        <pc:sldLayoutChg chg="add del mod replId">
          <pc:chgData name="Om Singh" userId="eb395ae4b50eec63" providerId="Windows Live" clId="Web-{6C47E661-8816-2A1E-6616-9E689E9638E8}" dt="2025-11-07T04:48:00.144" v="1"/>
          <pc:sldLayoutMkLst>
            <pc:docMk/>
            <pc:sldMasterMk cId="1508510279" sldId="2147483672"/>
            <pc:sldLayoutMk cId="482643900" sldId="2147483683"/>
          </pc:sldLayoutMkLst>
        </pc:sldLayoutChg>
        <pc:sldLayoutChg chg="add del mod replId">
          <pc:chgData name="Om Singh" userId="eb395ae4b50eec63" providerId="Windows Live" clId="Web-{6C47E661-8816-2A1E-6616-9E689E9638E8}" dt="2025-11-07T04:48:00.144" v="1"/>
          <pc:sldLayoutMkLst>
            <pc:docMk/>
            <pc:sldMasterMk cId="1508510279" sldId="2147483672"/>
            <pc:sldLayoutMk cId="1117025608" sldId="2147483684"/>
          </pc:sldLayoutMkLst>
        </pc:sldLayoutChg>
        <pc:sldLayoutChg chg="add del mod replId">
          <pc:chgData name="Om Singh" userId="eb395ae4b50eec63" providerId="Windows Live" clId="Web-{6C47E661-8816-2A1E-6616-9E689E9638E8}" dt="2025-11-07T04:48:00.144" v="1"/>
          <pc:sldLayoutMkLst>
            <pc:docMk/>
            <pc:sldMasterMk cId="1508510279" sldId="2147483672"/>
            <pc:sldLayoutMk cId="3677976097" sldId="2147483685"/>
          </pc:sldLayoutMkLst>
        </pc:sldLayoutChg>
        <pc:sldLayoutChg chg="add del mod replId">
          <pc:chgData name="Om Singh" userId="eb395ae4b50eec63" providerId="Windows Live" clId="Web-{6C47E661-8816-2A1E-6616-9E689E9638E8}" dt="2025-11-07T04:48:00.144" v="1"/>
          <pc:sldLayoutMkLst>
            <pc:docMk/>
            <pc:sldMasterMk cId="1508510279" sldId="2147483672"/>
            <pc:sldLayoutMk cId="165959598" sldId="2147483686"/>
          </pc:sldLayoutMkLst>
        </pc:sldLayoutChg>
        <pc:sldLayoutChg chg="add del mod replId">
          <pc:chgData name="Om Singh" userId="eb395ae4b50eec63" providerId="Windows Live" clId="Web-{6C47E661-8816-2A1E-6616-9E689E9638E8}" dt="2025-11-07T04:48:00.144" v="1"/>
          <pc:sldLayoutMkLst>
            <pc:docMk/>
            <pc:sldMasterMk cId="1508510279" sldId="2147483672"/>
            <pc:sldLayoutMk cId="431568902" sldId="2147483687"/>
          </pc:sldLayoutMkLst>
        </pc:sldLayoutChg>
        <pc:sldLayoutChg chg="add del mod replId">
          <pc:chgData name="Om Singh" userId="eb395ae4b50eec63" providerId="Windows Live" clId="Web-{6C47E661-8816-2A1E-6616-9E689E9638E8}" dt="2025-11-07T04:48:00.144" v="1"/>
          <pc:sldLayoutMkLst>
            <pc:docMk/>
            <pc:sldMasterMk cId="1508510279" sldId="2147483672"/>
            <pc:sldLayoutMk cId="2456245684" sldId="2147483688"/>
          </pc:sldLayoutMkLst>
        </pc:sldLayoutChg>
        <pc:sldLayoutChg chg="add del mod replId">
          <pc:chgData name="Om Singh" userId="eb395ae4b50eec63" providerId="Windows Live" clId="Web-{6C47E661-8816-2A1E-6616-9E689E9638E8}" dt="2025-11-07T04:48:00.144" v="1"/>
          <pc:sldLayoutMkLst>
            <pc:docMk/>
            <pc:sldMasterMk cId="1508510279" sldId="2147483672"/>
            <pc:sldLayoutMk cId="4136795070" sldId="2147483689"/>
          </pc:sldLayoutMkLst>
        </pc:sldLayoutChg>
      </pc:sldMasterChg>
      <pc:sldMasterChg chg="add addSldLayout modSldLayout">
        <pc:chgData name="Om Singh" userId="eb395ae4b50eec63" providerId="Windows Live" clId="Web-{6C47E661-8816-2A1E-6616-9E689E9638E8}" dt="2025-11-07T04:48:00.144" v="1"/>
        <pc:sldMasterMkLst>
          <pc:docMk/>
          <pc:sldMasterMk cId="716041025" sldId="2147483690"/>
        </pc:sldMasterMkLst>
        <pc:sldLayoutChg chg="add mod replId">
          <pc:chgData name="Om Singh" userId="eb395ae4b50eec63" providerId="Windows Live" clId="Web-{6C47E661-8816-2A1E-6616-9E689E9638E8}" dt="2025-11-07T04:48:00.144" v="1"/>
          <pc:sldLayoutMkLst>
            <pc:docMk/>
            <pc:sldMasterMk cId="716041025" sldId="2147483690"/>
            <pc:sldLayoutMk cId="3113237900" sldId="2147483691"/>
          </pc:sldLayoutMkLst>
        </pc:sldLayoutChg>
        <pc:sldLayoutChg chg="add mod replId">
          <pc:chgData name="Om Singh" userId="eb395ae4b50eec63" providerId="Windows Live" clId="Web-{6C47E661-8816-2A1E-6616-9E689E9638E8}" dt="2025-11-07T04:48:00.144" v="1"/>
          <pc:sldLayoutMkLst>
            <pc:docMk/>
            <pc:sldMasterMk cId="716041025" sldId="2147483690"/>
            <pc:sldLayoutMk cId="2857800683" sldId="2147483692"/>
          </pc:sldLayoutMkLst>
        </pc:sldLayoutChg>
        <pc:sldLayoutChg chg="add mod replId">
          <pc:chgData name="Om Singh" userId="eb395ae4b50eec63" providerId="Windows Live" clId="Web-{6C47E661-8816-2A1E-6616-9E689E9638E8}" dt="2025-11-07T04:48:00.144" v="1"/>
          <pc:sldLayoutMkLst>
            <pc:docMk/>
            <pc:sldMasterMk cId="716041025" sldId="2147483690"/>
            <pc:sldLayoutMk cId="3782267007" sldId="2147483693"/>
          </pc:sldLayoutMkLst>
        </pc:sldLayoutChg>
        <pc:sldLayoutChg chg="add mod replId">
          <pc:chgData name="Om Singh" userId="eb395ae4b50eec63" providerId="Windows Live" clId="Web-{6C47E661-8816-2A1E-6616-9E689E9638E8}" dt="2025-11-07T04:48:00.144" v="1"/>
          <pc:sldLayoutMkLst>
            <pc:docMk/>
            <pc:sldMasterMk cId="716041025" sldId="2147483690"/>
            <pc:sldLayoutMk cId="4135034410" sldId="2147483694"/>
          </pc:sldLayoutMkLst>
        </pc:sldLayoutChg>
        <pc:sldLayoutChg chg="add mod replId">
          <pc:chgData name="Om Singh" userId="eb395ae4b50eec63" providerId="Windows Live" clId="Web-{6C47E661-8816-2A1E-6616-9E689E9638E8}" dt="2025-11-07T04:48:00.144" v="1"/>
          <pc:sldLayoutMkLst>
            <pc:docMk/>
            <pc:sldMasterMk cId="716041025" sldId="2147483690"/>
            <pc:sldLayoutMk cId="3861834959" sldId="2147483695"/>
          </pc:sldLayoutMkLst>
        </pc:sldLayoutChg>
        <pc:sldLayoutChg chg="add mod replId">
          <pc:chgData name="Om Singh" userId="eb395ae4b50eec63" providerId="Windows Live" clId="Web-{6C47E661-8816-2A1E-6616-9E689E9638E8}" dt="2025-11-07T04:48:00.144" v="1"/>
          <pc:sldLayoutMkLst>
            <pc:docMk/>
            <pc:sldMasterMk cId="716041025" sldId="2147483690"/>
            <pc:sldLayoutMk cId="3751323909" sldId="2147483696"/>
          </pc:sldLayoutMkLst>
        </pc:sldLayoutChg>
        <pc:sldLayoutChg chg="add mod replId">
          <pc:chgData name="Om Singh" userId="eb395ae4b50eec63" providerId="Windows Live" clId="Web-{6C47E661-8816-2A1E-6616-9E689E9638E8}" dt="2025-11-07T04:48:00.144" v="1"/>
          <pc:sldLayoutMkLst>
            <pc:docMk/>
            <pc:sldMasterMk cId="716041025" sldId="2147483690"/>
            <pc:sldLayoutMk cId="1643995096" sldId="2147483697"/>
          </pc:sldLayoutMkLst>
        </pc:sldLayoutChg>
        <pc:sldLayoutChg chg="add mod replId">
          <pc:chgData name="Om Singh" userId="eb395ae4b50eec63" providerId="Windows Live" clId="Web-{6C47E661-8816-2A1E-6616-9E689E9638E8}" dt="2025-11-07T04:48:00.144" v="1"/>
          <pc:sldLayoutMkLst>
            <pc:docMk/>
            <pc:sldMasterMk cId="716041025" sldId="2147483690"/>
            <pc:sldLayoutMk cId="4081221463" sldId="2147483698"/>
          </pc:sldLayoutMkLst>
        </pc:sldLayoutChg>
        <pc:sldLayoutChg chg="add mod replId">
          <pc:chgData name="Om Singh" userId="eb395ae4b50eec63" providerId="Windows Live" clId="Web-{6C47E661-8816-2A1E-6616-9E689E9638E8}" dt="2025-11-07T04:48:00.144" v="1"/>
          <pc:sldLayoutMkLst>
            <pc:docMk/>
            <pc:sldMasterMk cId="716041025" sldId="2147483690"/>
            <pc:sldLayoutMk cId="2297231889" sldId="2147483699"/>
          </pc:sldLayoutMkLst>
        </pc:sldLayoutChg>
        <pc:sldLayoutChg chg="add mod replId">
          <pc:chgData name="Om Singh" userId="eb395ae4b50eec63" providerId="Windows Live" clId="Web-{6C47E661-8816-2A1E-6616-9E689E9638E8}" dt="2025-11-07T04:48:00.144" v="1"/>
          <pc:sldLayoutMkLst>
            <pc:docMk/>
            <pc:sldMasterMk cId="716041025" sldId="2147483690"/>
            <pc:sldLayoutMk cId="3170804544" sldId="2147483700"/>
          </pc:sldLayoutMkLst>
        </pc:sldLayoutChg>
        <pc:sldLayoutChg chg="add mod replId">
          <pc:chgData name="Om Singh" userId="eb395ae4b50eec63" providerId="Windows Live" clId="Web-{6C47E661-8816-2A1E-6616-9E689E9638E8}" dt="2025-11-07T04:48:00.144" v="1"/>
          <pc:sldLayoutMkLst>
            <pc:docMk/>
            <pc:sldMasterMk cId="716041025" sldId="2147483690"/>
            <pc:sldLayoutMk cId="2680751183" sldId="2147483701"/>
          </pc:sldLayoutMkLst>
        </pc:sldLayoutChg>
        <pc:sldLayoutChg chg="add mod replId">
          <pc:chgData name="Om Singh" userId="eb395ae4b50eec63" providerId="Windows Live" clId="Web-{6C47E661-8816-2A1E-6616-9E689E9638E8}" dt="2025-11-07T04:48:00.144" v="1"/>
          <pc:sldLayoutMkLst>
            <pc:docMk/>
            <pc:sldMasterMk cId="716041025" sldId="2147483690"/>
            <pc:sldLayoutMk cId="63954938" sldId="2147483702"/>
          </pc:sldLayoutMkLst>
        </pc:sldLayoutChg>
        <pc:sldLayoutChg chg="add mod replId">
          <pc:chgData name="Om Singh" userId="eb395ae4b50eec63" providerId="Windows Live" clId="Web-{6C47E661-8816-2A1E-6616-9E689E9638E8}" dt="2025-11-07T04:48:00.144" v="1"/>
          <pc:sldLayoutMkLst>
            <pc:docMk/>
            <pc:sldMasterMk cId="716041025" sldId="2147483690"/>
            <pc:sldLayoutMk cId="3496596793" sldId="2147483703"/>
          </pc:sldLayoutMkLst>
        </pc:sldLayoutChg>
        <pc:sldLayoutChg chg="add mod replId">
          <pc:chgData name="Om Singh" userId="eb395ae4b50eec63" providerId="Windows Live" clId="Web-{6C47E661-8816-2A1E-6616-9E689E9638E8}" dt="2025-11-07T04:48:00.144" v="1"/>
          <pc:sldLayoutMkLst>
            <pc:docMk/>
            <pc:sldMasterMk cId="716041025" sldId="2147483690"/>
            <pc:sldLayoutMk cId="465739730" sldId="2147483704"/>
          </pc:sldLayoutMkLst>
        </pc:sldLayoutChg>
        <pc:sldLayoutChg chg="add mod replId">
          <pc:chgData name="Om Singh" userId="eb395ae4b50eec63" providerId="Windows Live" clId="Web-{6C47E661-8816-2A1E-6616-9E689E9638E8}" dt="2025-11-07T04:48:00.144" v="1"/>
          <pc:sldLayoutMkLst>
            <pc:docMk/>
            <pc:sldMasterMk cId="716041025" sldId="2147483690"/>
            <pc:sldLayoutMk cId="1082636946" sldId="2147483705"/>
          </pc:sldLayoutMkLst>
        </pc:sldLayoutChg>
        <pc:sldLayoutChg chg="add mod replId">
          <pc:chgData name="Om Singh" userId="eb395ae4b50eec63" providerId="Windows Live" clId="Web-{6C47E661-8816-2A1E-6616-9E689E9638E8}" dt="2025-11-07T04:48:00.144" v="1"/>
          <pc:sldLayoutMkLst>
            <pc:docMk/>
            <pc:sldMasterMk cId="716041025" sldId="2147483690"/>
            <pc:sldLayoutMk cId="3756798901" sldId="2147483706"/>
          </pc:sldLayoutMkLst>
        </pc:sldLayoutChg>
        <pc:sldLayoutChg chg="add mod replId">
          <pc:chgData name="Om Singh" userId="eb395ae4b50eec63" providerId="Windows Live" clId="Web-{6C47E661-8816-2A1E-6616-9E689E9638E8}" dt="2025-11-07T04:48:00.144" v="1"/>
          <pc:sldLayoutMkLst>
            <pc:docMk/>
            <pc:sldMasterMk cId="716041025" sldId="2147483690"/>
            <pc:sldLayoutMk cId="1046259874" sldId="2147483707"/>
          </pc:sldLayoutMkLst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6A79ABF-419A-4EC4-B462-066EF37BB976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A2300D9-5949-4303-97B5-AF08FF607C66}">
      <dgm:prSet/>
      <dgm:spPr/>
      <dgm:t>
        <a:bodyPr/>
        <a:lstStyle/>
        <a:p>
          <a:r>
            <a:rPr lang="en-US"/>
            <a:t>Problem Statement</a:t>
          </a:r>
        </a:p>
      </dgm:t>
    </dgm:pt>
    <dgm:pt modelId="{227CB73A-80D6-497B-AEC5-539F46024A77}" type="parTrans" cxnId="{E7AB90C2-E541-4F18-808F-3FE84CF677A5}">
      <dgm:prSet/>
      <dgm:spPr/>
      <dgm:t>
        <a:bodyPr/>
        <a:lstStyle/>
        <a:p>
          <a:endParaRPr lang="en-US"/>
        </a:p>
      </dgm:t>
    </dgm:pt>
    <dgm:pt modelId="{64FE9C7D-881C-4284-AE4E-F916392F6C82}" type="sibTrans" cxnId="{E7AB90C2-E541-4F18-808F-3FE84CF677A5}">
      <dgm:prSet/>
      <dgm:spPr/>
      <dgm:t>
        <a:bodyPr/>
        <a:lstStyle/>
        <a:p>
          <a:endParaRPr lang="en-US"/>
        </a:p>
      </dgm:t>
    </dgm:pt>
    <dgm:pt modelId="{C4A787D2-479C-4C9D-A7FC-B512A07A355C}">
      <dgm:prSet/>
      <dgm:spPr/>
      <dgm:t>
        <a:bodyPr/>
        <a:lstStyle/>
        <a:p>
          <a:r>
            <a:rPr lang="en-US"/>
            <a:t>Solution Overview</a:t>
          </a:r>
        </a:p>
      </dgm:t>
    </dgm:pt>
    <dgm:pt modelId="{1BCB908D-C829-4D6C-A3D3-D03D819DC7D2}" type="parTrans" cxnId="{F74ADB60-B104-4398-98F9-69583F1D6634}">
      <dgm:prSet/>
      <dgm:spPr/>
      <dgm:t>
        <a:bodyPr/>
        <a:lstStyle/>
        <a:p>
          <a:endParaRPr lang="en-US"/>
        </a:p>
      </dgm:t>
    </dgm:pt>
    <dgm:pt modelId="{2BDDCE6C-82DB-409B-8412-E2C15B26B29D}" type="sibTrans" cxnId="{F74ADB60-B104-4398-98F9-69583F1D6634}">
      <dgm:prSet/>
      <dgm:spPr/>
      <dgm:t>
        <a:bodyPr/>
        <a:lstStyle/>
        <a:p>
          <a:endParaRPr lang="en-US"/>
        </a:p>
      </dgm:t>
    </dgm:pt>
    <dgm:pt modelId="{B7621667-503F-47EE-A747-8D2B7E7CB619}">
      <dgm:prSet/>
      <dgm:spPr/>
      <dgm:t>
        <a:bodyPr/>
        <a:lstStyle/>
        <a:p>
          <a:r>
            <a:rPr lang="en-US"/>
            <a:t>System Architecture</a:t>
          </a:r>
        </a:p>
      </dgm:t>
    </dgm:pt>
    <dgm:pt modelId="{567665E1-2AD1-47AB-BD9F-D65148AF0C44}" type="parTrans" cxnId="{678E0998-CCAE-43D0-8553-826894E28F0D}">
      <dgm:prSet/>
      <dgm:spPr/>
      <dgm:t>
        <a:bodyPr/>
        <a:lstStyle/>
        <a:p>
          <a:endParaRPr lang="en-US"/>
        </a:p>
      </dgm:t>
    </dgm:pt>
    <dgm:pt modelId="{2816D57E-7679-4868-BD92-877B68F6A778}" type="sibTrans" cxnId="{678E0998-CCAE-43D0-8553-826894E28F0D}">
      <dgm:prSet/>
      <dgm:spPr/>
      <dgm:t>
        <a:bodyPr/>
        <a:lstStyle/>
        <a:p>
          <a:endParaRPr lang="en-US"/>
        </a:p>
      </dgm:t>
    </dgm:pt>
    <dgm:pt modelId="{C02620A7-11AD-446D-A39F-6A1F62BCEA33}">
      <dgm:prSet/>
      <dgm:spPr/>
      <dgm:t>
        <a:bodyPr/>
        <a:lstStyle/>
        <a:p>
          <a:r>
            <a:rPr lang="en-US"/>
            <a:t>Testing Layers &amp; Strategy</a:t>
          </a:r>
        </a:p>
      </dgm:t>
    </dgm:pt>
    <dgm:pt modelId="{BD9DF948-33E9-4A8C-8456-6690A875F9BE}" type="parTrans" cxnId="{3BC200FC-2FDC-4E28-A000-EFE7F66AB821}">
      <dgm:prSet/>
      <dgm:spPr/>
      <dgm:t>
        <a:bodyPr/>
        <a:lstStyle/>
        <a:p>
          <a:endParaRPr lang="en-US"/>
        </a:p>
      </dgm:t>
    </dgm:pt>
    <dgm:pt modelId="{5922F982-818A-4AFF-B31C-3C83819A55E0}" type="sibTrans" cxnId="{3BC200FC-2FDC-4E28-A000-EFE7F66AB821}">
      <dgm:prSet/>
      <dgm:spPr/>
      <dgm:t>
        <a:bodyPr/>
        <a:lstStyle/>
        <a:p>
          <a:endParaRPr lang="en-US"/>
        </a:p>
      </dgm:t>
    </dgm:pt>
    <dgm:pt modelId="{0A649204-2670-4345-811D-E410822496C8}">
      <dgm:prSet/>
      <dgm:spPr/>
      <dgm:t>
        <a:bodyPr/>
        <a:lstStyle/>
        <a:p>
          <a:r>
            <a:rPr lang="en-US"/>
            <a:t>Key Features</a:t>
          </a:r>
        </a:p>
      </dgm:t>
    </dgm:pt>
    <dgm:pt modelId="{BB33F408-8F83-4C27-9D42-570CFB2CE934}" type="parTrans" cxnId="{074B7B2A-936A-4C7E-B2DB-52911A8BD4A6}">
      <dgm:prSet/>
      <dgm:spPr/>
      <dgm:t>
        <a:bodyPr/>
        <a:lstStyle/>
        <a:p>
          <a:endParaRPr lang="en-US"/>
        </a:p>
      </dgm:t>
    </dgm:pt>
    <dgm:pt modelId="{4C9B89AB-BEE1-4BB3-8488-434D1BACD963}" type="sibTrans" cxnId="{074B7B2A-936A-4C7E-B2DB-52911A8BD4A6}">
      <dgm:prSet/>
      <dgm:spPr/>
      <dgm:t>
        <a:bodyPr/>
        <a:lstStyle/>
        <a:p>
          <a:endParaRPr lang="en-US"/>
        </a:p>
      </dgm:t>
    </dgm:pt>
    <dgm:pt modelId="{3D7EF0B5-FD02-416C-8788-B671C8628E16}">
      <dgm:prSet/>
      <dgm:spPr/>
      <dgm:t>
        <a:bodyPr/>
        <a:lstStyle/>
        <a:p>
          <a:r>
            <a:rPr lang="en-US"/>
            <a:t>Technology Stack</a:t>
          </a:r>
        </a:p>
      </dgm:t>
    </dgm:pt>
    <dgm:pt modelId="{6AF46682-2DF1-43DD-82EB-DA9F9F86D08F}" type="parTrans" cxnId="{8C0C827D-7CD8-430D-8BBF-0FD8D9C4B1D9}">
      <dgm:prSet/>
      <dgm:spPr/>
      <dgm:t>
        <a:bodyPr/>
        <a:lstStyle/>
        <a:p>
          <a:endParaRPr lang="en-US"/>
        </a:p>
      </dgm:t>
    </dgm:pt>
    <dgm:pt modelId="{956B4561-BB66-4BA8-9613-F4F245DCDD06}" type="sibTrans" cxnId="{8C0C827D-7CD8-430D-8BBF-0FD8D9C4B1D9}">
      <dgm:prSet/>
      <dgm:spPr/>
      <dgm:t>
        <a:bodyPr/>
        <a:lstStyle/>
        <a:p>
          <a:endParaRPr lang="en-US"/>
        </a:p>
      </dgm:t>
    </dgm:pt>
    <dgm:pt modelId="{892A0282-1975-4C12-8C00-174E43D6D12D}">
      <dgm:prSet/>
      <dgm:spPr/>
      <dgm:t>
        <a:bodyPr/>
        <a:lstStyle/>
        <a:p>
          <a:r>
            <a:rPr lang="en-US"/>
            <a:t>CI/CD Pipeline Implementation</a:t>
          </a:r>
        </a:p>
      </dgm:t>
    </dgm:pt>
    <dgm:pt modelId="{ACF5F529-994E-4206-AB4B-E1C631E7B2E3}" type="parTrans" cxnId="{5253CC1D-B6C2-4C07-98D8-C179E05841E4}">
      <dgm:prSet/>
      <dgm:spPr/>
      <dgm:t>
        <a:bodyPr/>
        <a:lstStyle/>
        <a:p>
          <a:endParaRPr lang="en-US"/>
        </a:p>
      </dgm:t>
    </dgm:pt>
    <dgm:pt modelId="{916E2411-5D12-4C6D-B128-0CBEB3381396}" type="sibTrans" cxnId="{5253CC1D-B6C2-4C07-98D8-C179E05841E4}">
      <dgm:prSet/>
      <dgm:spPr/>
      <dgm:t>
        <a:bodyPr/>
        <a:lstStyle/>
        <a:p>
          <a:endParaRPr lang="en-US"/>
        </a:p>
      </dgm:t>
    </dgm:pt>
    <dgm:pt modelId="{5044F605-642A-428B-A811-0B4565265E26}">
      <dgm:prSet/>
      <dgm:spPr/>
      <dgm:t>
        <a:bodyPr/>
        <a:lstStyle/>
        <a:p>
          <a:r>
            <a:rPr lang="en-US"/>
            <a:t>Results &amp; Demonstrations</a:t>
          </a:r>
        </a:p>
      </dgm:t>
    </dgm:pt>
    <dgm:pt modelId="{281A536A-CE82-4F09-805B-619D410E93C7}" type="parTrans" cxnId="{EE412170-FE96-4BBF-A680-A82072184532}">
      <dgm:prSet/>
      <dgm:spPr/>
      <dgm:t>
        <a:bodyPr/>
        <a:lstStyle/>
        <a:p>
          <a:endParaRPr lang="en-US"/>
        </a:p>
      </dgm:t>
    </dgm:pt>
    <dgm:pt modelId="{90DA5B03-A91C-4A12-BE98-53496367D680}" type="sibTrans" cxnId="{EE412170-FE96-4BBF-A680-A82072184532}">
      <dgm:prSet/>
      <dgm:spPr/>
      <dgm:t>
        <a:bodyPr/>
        <a:lstStyle/>
        <a:p>
          <a:endParaRPr lang="en-US"/>
        </a:p>
      </dgm:t>
    </dgm:pt>
    <dgm:pt modelId="{B934C2A1-6787-41C9-9748-129CFF74BBC2}">
      <dgm:prSet/>
      <dgm:spPr/>
      <dgm:t>
        <a:bodyPr/>
        <a:lstStyle/>
        <a:p>
          <a:r>
            <a:rPr lang="en-US"/>
            <a:t>Benefits &amp; Impact</a:t>
          </a:r>
        </a:p>
      </dgm:t>
    </dgm:pt>
    <dgm:pt modelId="{7CDA5BEA-8669-4EB8-88AD-4B970AFE3D72}" type="parTrans" cxnId="{416EC66C-0F9B-404D-B79B-2D51DEB6ECDA}">
      <dgm:prSet/>
      <dgm:spPr/>
      <dgm:t>
        <a:bodyPr/>
        <a:lstStyle/>
        <a:p>
          <a:endParaRPr lang="en-US"/>
        </a:p>
      </dgm:t>
    </dgm:pt>
    <dgm:pt modelId="{6A08B737-A1BB-4E21-9E73-025482E14F9B}" type="sibTrans" cxnId="{416EC66C-0F9B-404D-B79B-2D51DEB6ECDA}">
      <dgm:prSet/>
      <dgm:spPr/>
      <dgm:t>
        <a:bodyPr/>
        <a:lstStyle/>
        <a:p>
          <a:endParaRPr lang="en-US"/>
        </a:p>
      </dgm:t>
    </dgm:pt>
    <dgm:pt modelId="{DE2B24FB-0C8D-4CAF-A20E-8078F62EDC12}">
      <dgm:prSet/>
      <dgm:spPr/>
      <dgm:t>
        <a:bodyPr/>
        <a:lstStyle/>
        <a:p>
          <a:r>
            <a:rPr lang="en-US"/>
            <a:t>Limitations &amp; Future Scope</a:t>
          </a:r>
        </a:p>
      </dgm:t>
    </dgm:pt>
    <dgm:pt modelId="{60FD7FA4-04AF-4845-8CA0-C498CFA1FCB4}" type="parTrans" cxnId="{67A3B537-8ECA-42A8-98FA-71FCC81D346A}">
      <dgm:prSet/>
      <dgm:spPr/>
      <dgm:t>
        <a:bodyPr/>
        <a:lstStyle/>
        <a:p>
          <a:endParaRPr lang="en-US"/>
        </a:p>
      </dgm:t>
    </dgm:pt>
    <dgm:pt modelId="{A018CFB6-1201-4C23-9B0B-E76D7AEC3611}" type="sibTrans" cxnId="{67A3B537-8ECA-42A8-98FA-71FCC81D346A}">
      <dgm:prSet/>
      <dgm:spPr/>
      <dgm:t>
        <a:bodyPr/>
        <a:lstStyle/>
        <a:p>
          <a:endParaRPr lang="en-US"/>
        </a:p>
      </dgm:t>
    </dgm:pt>
    <dgm:pt modelId="{6671AC2F-0CBB-49BE-A2CF-32EDAEEEC7CF}" type="pres">
      <dgm:prSet presAssocID="{E6A79ABF-419A-4EC4-B462-066EF37BB976}" presName="vert0" presStyleCnt="0">
        <dgm:presLayoutVars>
          <dgm:dir/>
          <dgm:animOne val="branch"/>
          <dgm:animLvl val="lvl"/>
        </dgm:presLayoutVars>
      </dgm:prSet>
      <dgm:spPr/>
    </dgm:pt>
    <dgm:pt modelId="{8CE5AC33-D2CE-4881-A074-A03D78286A40}" type="pres">
      <dgm:prSet presAssocID="{5A2300D9-5949-4303-97B5-AF08FF607C66}" presName="thickLine" presStyleLbl="alignNode1" presStyleIdx="0" presStyleCnt="10"/>
      <dgm:spPr/>
    </dgm:pt>
    <dgm:pt modelId="{5DDC8D1F-A553-4BC0-BACB-037CF7A60DCD}" type="pres">
      <dgm:prSet presAssocID="{5A2300D9-5949-4303-97B5-AF08FF607C66}" presName="horz1" presStyleCnt="0"/>
      <dgm:spPr/>
    </dgm:pt>
    <dgm:pt modelId="{6521796A-3365-4A9A-BD60-AE9DA41322CC}" type="pres">
      <dgm:prSet presAssocID="{5A2300D9-5949-4303-97B5-AF08FF607C66}" presName="tx1" presStyleLbl="revTx" presStyleIdx="0" presStyleCnt="10"/>
      <dgm:spPr/>
    </dgm:pt>
    <dgm:pt modelId="{7EE2078B-2978-4570-9C88-46F573B89066}" type="pres">
      <dgm:prSet presAssocID="{5A2300D9-5949-4303-97B5-AF08FF607C66}" presName="vert1" presStyleCnt="0"/>
      <dgm:spPr/>
    </dgm:pt>
    <dgm:pt modelId="{FFE7151C-8879-4193-A8F9-788D1A572BFF}" type="pres">
      <dgm:prSet presAssocID="{C4A787D2-479C-4C9D-A7FC-B512A07A355C}" presName="thickLine" presStyleLbl="alignNode1" presStyleIdx="1" presStyleCnt="10"/>
      <dgm:spPr/>
    </dgm:pt>
    <dgm:pt modelId="{C0905B6D-E7E4-4523-9447-1590724B86F5}" type="pres">
      <dgm:prSet presAssocID="{C4A787D2-479C-4C9D-A7FC-B512A07A355C}" presName="horz1" presStyleCnt="0"/>
      <dgm:spPr/>
    </dgm:pt>
    <dgm:pt modelId="{AAB8A8C5-08D2-4DDF-8D78-1FA537C99F42}" type="pres">
      <dgm:prSet presAssocID="{C4A787D2-479C-4C9D-A7FC-B512A07A355C}" presName="tx1" presStyleLbl="revTx" presStyleIdx="1" presStyleCnt="10"/>
      <dgm:spPr/>
    </dgm:pt>
    <dgm:pt modelId="{431F2C9C-D974-43FF-A180-C7AB5D7EFC29}" type="pres">
      <dgm:prSet presAssocID="{C4A787D2-479C-4C9D-A7FC-B512A07A355C}" presName="vert1" presStyleCnt="0"/>
      <dgm:spPr/>
    </dgm:pt>
    <dgm:pt modelId="{78B1B60A-C464-4287-ACA8-6E16381CF33E}" type="pres">
      <dgm:prSet presAssocID="{B7621667-503F-47EE-A747-8D2B7E7CB619}" presName="thickLine" presStyleLbl="alignNode1" presStyleIdx="2" presStyleCnt="10"/>
      <dgm:spPr/>
    </dgm:pt>
    <dgm:pt modelId="{7B93512F-7097-4A53-8C7D-EE5618CB2A7E}" type="pres">
      <dgm:prSet presAssocID="{B7621667-503F-47EE-A747-8D2B7E7CB619}" presName="horz1" presStyleCnt="0"/>
      <dgm:spPr/>
    </dgm:pt>
    <dgm:pt modelId="{7B6EC6CB-7DBE-4C37-9524-882ECDA2BAB5}" type="pres">
      <dgm:prSet presAssocID="{B7621667-503F-47EE-A747-8D2B7E7CB619}" presName="tx1" presStyleLbl="revTx" presStyleIdx="2" presStyleCnt="10"/>
      <dgm:spPr/>
    </dgm:pt>
    <dgm:pt modelId="{ACD648CD-D7AB-4D6E-86B5-C7FC5EDCE709}" type="pres">
      <dgm:prSet presAssocID="{B7621667-503F-47EE-A747-8D2B7E7CB619}" presName="vert1" presStyleCnt="0"/>
      <dgm:spPr/>
    </dgm:pt>
    <dgm:pt modelId="{2EE574F0-986C-4847-8874-60BB963D9214}" type="pres">
      <dgm:prSet presAssocID="{C02620A7-11AD-446D-A39F-6A1F62BCEA33}" presName="thickLine" presStyleLbl="alignNode1" presStyleIdx="3" presStyleCnt="10"/>
      <dgm:spPr/>
    </dgm:pt>
    <dgm:pt modelId="{42260341-6217-4923-802A-B1B70B63CDFA}" type="pres">
      <dgm:prSet presAssocID="{C02620A7-11AD-446D-A39F-6A1F62BCEA33}" presName="horz1" presStyleCnt="0"/>
      <dgm:spPr/>
    </dgm:pt>
    <dgm:pt modelId="{18AE0AEA-E0BE-4C79-ACE0-419259568409}" type="pres">
      <dgm:prSet presAssocID="{C02620A7-11AD-446D-A39F-6A1F62BCEA33}" presName="tx1" presStyleLbl="revTx" presStyleIdx="3" presStyleCnt="10"/>
      <dgm:spPr/>
    </dgm:pt>
    <dgm:pt modelId="{8BC8E656-E2AE-4300-A4BA-2E3A14511DCA}" type="pres">
      <dgm:prSet presAssocID="{C02620A7-11AD-446D-A39F-6A1F62BCEA33}" presName="vert1" presStyleCnt="0"/>
      <dgm:spPr/>
    </dgm:pt>
    <dgm:pt modelId="{3859D306-0C4A-4F05-AE30-DBF656CEF729}" type="pres">
      <dgm:prSet presAssocID="{0A649204-2670-4345-811D-E410822496C8}" presName="thickLine" presStyleLbl="alignNode1" presStyleIdx="4" presStyleCnt="10"/>
      <dgm:spPr/>
    </dgm:pt>
    <dgm:pt modelId="{7ACA220D-C95D-424E-9E1F-0A762762F7B0}" type="pres">
      <dgm:prSet presAssocID="{0A649204-2670-4345-811D-E410822496C8}" presName="horz1" presStyleCnt="0"/>
      <dgm:spPr/>
    </dgm:pt>
    <dgm:pt modelId="{22797574-A334-4C30-BFC5-1FE803F94C9D}" type="pres">
      <dgm:prSet presAssocID="{0A649204-2670-4345-811D-E410822496C8}" presName="tx1" presStyleLbl="revTx" presStyleIdx="4" presStyleCnt="10"/>
      <dgm:spPr/>
    </dgm:pt>
    <dgm:pt modelId="{054E36E1-EE21-4CAE-B30D-79FF8FDBF61B}" type="pres">
      <dgm:prSet presAssocID="{0A649204-2670-4345-811D-E410822496C8}" presName="vert1" presStyleCnt="0"/>
      <dgm:spPr/>
    </dgm:pt>
    <dgm:pt modelId="{7B85B1BB-232B-4D82-812B-CB0C76B95EEB}" type="pres">
      <dgm:prSet presAssocID="{3D7EF0B5-FD02-416C-8788-B671C8628E16}" presName="thickLine" presStyleLbl="alignNode1" presStyleIdx="5" presStyleCnt="10"/>
      <dgm:spPr/>
    </dgm:pt>
    <dgm:pt modelId="{D5E5524C-B040-4937-A340-03C3A2E9B403}" type="pres">
      <dgm:prSet presAssocID="{3D7EF0B5-FD02-416C-8788-B671C8628E16}" presName="horz1" presStyleCnt="0"/>
      <dgm:spPr/>
    </dgm:pt>
    <dgm:pt modelId="{FA14CB19-D5D2-42FE-B914-1C21FD404209}" type="pres">
      <dgm:prSet presAssocID="{3D7EF0B5-FD02-416C-8788-B671C8628E16}" presName="tx1" presStyleLbl="revTx" presStyleIdx="5" presStyleCnt="10"/>
      <dgm:spPr/>
    </dgm:pt>
    <dgm:pt modelId="{749E5F9E-50A2-466A-ADD6-2553653AB3EC}" type="pres">
      <dgm:prSet presAssocID="{3D7EF0B5-FD02-416C-8788-B671C8628E16}" presName="vert1" presStyleCnt="0"/>
      <dgm:spPr/>
    </dgm:pt>
    <dgm:pt modelId="{A389EF77-2547-4F20-8B6B-F6B078875CD1}" type="pres">
      <dgm:prSet presAssocID="{892A0282-1975-4C12-8C00-174E43D6D12D}" presName="thickLine" presStyleLbl="alignNode1" presStyleIdx="6" presStyleCnt="10"/>
      <dgm:spPr/>
    </dgm:pt>
    <dgm:pt modelId="{3EE9C40A-D131-4933-BF0C-77EEB810CBA0}" type="pres">
      <dgm:prSet presAssocID="{892A0282-1975-4C12-8C00-174E43D6D12D}" presName="horz1" presStyleCnt="0"/>
      <dgm:spPr/>
    </dgm:pt>
    <dgm:pt modelId="{39D91FBD-32BB-44E2-A8C1-70A597E75F46}" type="pres">
      <dgm:prSet presAssocID="{892A0282-1975-4C12-8C00-174E43D6D12D}" presName="tx1" presStyleLbl="revTx" presStyleIdx="6" presStyleCnt="10"/>
      <dgm:spPr/>
    </dgm:pt>
    <dgm:pt modelId="{1998E353-7B8D-4D40-9E75-F3E6CC6BCED3}" type="pres">
      <dgm:prSet presAssocID="{892A0282-1975-4C12-8C00-174E43D6D12D}" presName="vert1" presStyleCnt="0"/>
      <dgm:spPr/>
    </dgm:pt>
    <dgm:pt modelId="{36D4EE16-F283-4510-8E24-132375BB6EA1}" type="pres">
      <dgm:prSet presAssocID="{5044F605-642A-428B-A811-0B4565265E26}" presName="thickLine" presStyleLbl="alignNode1" presStyleIdx="7" presStyleCnt="10"/>
      <dgm:spPr/>
    </dgm:pt>
    <dgm:pt modelId="{B14F86FB-B254-4204-84FB-22FFAFC0BCBB}" type="pres">
      <dgm:prSet presAssocID="{5044F605-642A-428B-A811-0B4565265E26}" presName="horz1" presStyleCnt="0"/>
      <dgm:spPr/>
    </dgm:pt>
    <dgm:pt modelId="{07516408-7F45-417F-8322-4C444EC6ADCA}" type="pres">
      <dgm:prSet presAssocID="{5044F605-642A-428B-A811-0B4565265E26}" presName="tx1" presStyleLbl="revTx" presStyleIdx="7" presStyleCnt="10"/>
      <dgm:spPr/>
    </dgm:pt>
    <dgm:pt modelId="{5809E28D-A8BC-4BA6-A0B6-9AE04FD84BCA}" type="pres">
      <dgm:prSet presAssocID="{5044F605-642A-428B-A811-0B4565265E26}" presName="vert1" presStyleCnt="0"/>
      <dgm:spPr/>
    </dgm:pt>
    <dgm:pt modelId="{B0AC67FC-DA89-469E-8B16-C6310C6D75AC}" type="pres">
      <dgm:prSet presAssocID="{B934C2A1-6787-41C9-9748-129CFF74BBC2}" presName="thickLine" presStyleLbl="alignNode1" presStyleIdx="8" presStyleCnt="10"/>
      <dgm:spPr/>
    </dgm:pt>
    <dgm:pt modelId="{BEDC3456-5CE5-4592-804E-2059254203CA}" type="pres">
      <dgm:prSet presAssocID="{B934C2A1-6787-41C9-9748-129CFF74BBC2}" presName="horz1" presStyleCnt="0"/>
      <dgm:spPr/>
    </dgm:pt>
    <dgm:pt modelId="{AE8D120B-ED46-4410-BE44-DD038507B018}" type="pres">
      <dgm:prSet presAssocID="{B934C2A1-6787-41C9-9748-129CFF74BBC2}" presName="tx1" presStyleLbl="revTx" presStyleIdx="8" presStyleCnt="10"/>
      <dgm:spPr/>
    </dgm:pt>
    <dgm:pt modelId="{4EDCFA1B-500E-42F5-A72F-7C87DB844193}" type="pres">
      <dgm:prSet presAssocID="{B934C2A1-6787-41C9-9748-129CFF74BBC2}" presName="vert1" presStyleCnt="0"/>
      <dgm:spPr/>
    </dgm:pt>
    <dgm:pt modelId="{24B26029-0475-44A2-A1DA-FAF0223CFE29}" type="pres">
      <dgm:prSet presAssocID="{DE2B24FB-0C8D-4CAF-A20E-8078F62EDC12}" presName="thickLine" presStyleLbl="alignNode1" presStyleIdx="9" presStyleCnt="10"/>
      <dgm:spPr/>
    </dgm:pt>
    <dgm:pt modelId="{2E4DF8D7-0428-43B0-B130-F97AF6B3EBAB}" type="pres">
      <dgm:prSet presAssocID="{DE2B24FB-0C8D-4CAF-A20E-8078F62EDC12}" presName="horz1" presStyleCnt="0"/>
      <dgm:spPr/>
    </dgm:pt>
    <dgm:pt modelId="{35148116-F15D-4587-9E33-300416ED4C01}" type="pres">
      <dgm:prSet presAssocID="{DE2B24FB-0C8D-4CAF-A20E-8078F62EDC12}" presName="tx1" presStyleLbl="revTx" presStyleIdx="9" presStyleCnt="10"/>
      <dgm:spPr/>
    </dgm:pt>
    <dgm:pt modelId="{6E4A2654-0819-42E6-BE0A-DA499481574E}" type="pres">
      <dgm:prSet presAssocID="{DE2B24FB-0C8D-4CAF-A20E-8078F62EDC12}" presName="vert1" presStyleCnt="0"/>
      <dgm:spPr/>
    </dgm:pt>
  </dgm:ptLst>
  <dgm:cxnLst>
    <dgm:cxn modelId="{5E722C17-6FF0-4671-8B24-0DAC4B7E032F}" type="presOf" srcId="{5044F605-642A-428B-A811-0B4565265E26}" destId="{07516408-7F45-417F-8322-4C444EC6ADCA}" srcOrd="0" destOrd="0" presId="urn:microsoft.com/office/officeart/2008/layout/LinedList"/>
    <dgm:cxn modelId="{5253CC1D-B6C2-4C07-98D8-C179E05841E4}" srcId="{E6A79ABF-419A-4EC4-B462-066EF37BB976}" destId="{892A0282-1975-4C12-8C00-174E43D6D12D}" srcOrd="6" destOrd="0" parTransId="{ACF5F529-994E-4206-AB4B-E1C631E7B2E3}" sibTransId="{916E2411-5D12-4C6D-B128-0CBEB3381396}"/>
    <dgm:cxn modelId="{074B7B2A-936A-4C7E-B2DB-52911A8BD4A6}" srcId="{E6A79ABF-419A-4EC4-B462-066EF37BB976}" destId="{0A649204-2670-4345-811D-E410822496C8}" srcOrd="4" destOrd="0" parTransId="{BB33F408-8F83-4C27-9D42-570CFB2CE934}" sibTransId="{4C9B89AB-BEE1-4BB3-8488-434D1BACD963}"/>
    <dgm:cxn modelId="{67A3B537-8ECA-42A8-98FA-71FCC81D346A}" srcId="{E6A79ABF-419A-4EC4-B462-066EF37BB976}" destId="{DE2B24FB-0C8D-4CAF-A20E-8078F62EDC12}" srcOrd="9" destOrd="0" parTransId="{60FD7FA4-04AF-4845-8CA0-C498CFA1FCB4}" sibTransId="{A018CFB6-1201-4C23-9B0B-E76D7AEC3611}"/>
    <dgm:cxn modelId="{F74ADB60-B104-4398-98F9-69583F1D6634}" srcId="{E6A79ABF-419A-4EC4-B462-066EF37BB976}" destId="{C4A787D2-479C-4C9D-A7FC-B512A07A355C}" srcOrd="1" destOrd="0" parTransId="{1BCB908D-C829-4D6C-A3D3-D03D819DC7D2}" sibTransId="{2BDDCE6C-82DB-409B-8412-E2C15B26B29D}"/>
    <dgm:cxn modelId="{06DEEC43-7D25-4CAC-A132-FF51F407293A}" type="presOf" srcId="{3D7EF0B5-FD02-416C-8788-B671C8628E16}" destId="{FA14CB19-D5D2-42FE-B914-1C21FD404209}" srcOrd="0" destOrd="0" presId="urn:microsoft.com/office/officeart/2008/layout/LinedList"/>
    <dgm:cxn modelId="{416EC66C-0F9B-404D-B79B-2D51DEB6ECDA}" srcId="{E6A79ABF-419A-4EC4-B462-066EF37BB976}" destId="{B934C2A1-6787-41C9-9748-129CFF74BBC2}" srcOrd="8" destOrd="0" parTransId="{7CDA5BEA-8669-4EB8-88AD-4B970AFE3D72}" sibTransId="{6A08B737-A1BB-4E21-9E73-025482E14F9B}"/>
    <dgm:cxn modelId="{4E3DE46E-7BEF-49F3-B6AA-50609D1DA8DF}" type="presOf" srcId="{B934C2A1-6787-41C9-9748-129CFF74BBC2}" destId="{AE8D120B-ED46-4410-BE44-DD038507B018}" srcOrd="0" destOrd="0" presId="urn:microsoft.com/office/officeart/2008/layout/LinedList"/>
    <dgm:cxn modelId="{EE412170-FE96-4BBF-A680-A82072184532}" srcId="{E6A79ABF-419A-4EC4-B462-066EF37BB976}" destId="{5044F605-642A-428B-A811-0B4565265E26}" srcOrd="7" destOrd="0" parTransId="{281A536A-CE82-4F09-805B-619D410E93C7}" sibTransId="{90DA5B03-A91C-4A12-BE98-53496367D680}"/>
    <dgm:cxn modelId="{8C0C827D-7CD8-430D-8BBF-0FD8D9C4B1D9}" srcId="{E6A79ABF-419A-4EC4-B462-066EF37BB976}" destId="{3D7EF0B5-FD02-416C-8788-B671C8628E16}" srcOrd="5" destOrd="0" parTransId="{6AF46682-2DF1-43DD-82EB-DA9F9F86D08F}" sibTransId="{956B4561-BB66-4BA8-9613-F4F245DCDD06}"/>
    <dgm:cxn modelId="{678E0998-CCAE-43D0-8553-826894E28F0D}" srcId="{E6A79ABF-419A-4EC4-B462-066EF37BB976}" destId="{B7621667-503F-47EE-A747-8D2B7E7CB619}" srcOrd="2" destOrd="0" parTransId="{567665E1-2AD1-47AB-BD9F-D65148AF0C44}" sibTransId="{2816D57E-7679-4868-BD92-877B68F6A778}"/>
    <dgm:cxn modelId="{169C07A4-F2C1-4DF4-9450-6CB016F562E9}" type="presOf" srcId="{E6A79ABF-419A-4EC4-B462-066EF37BB976}" destId="{6671AC2F-0CBB-49BE-A2CF-32EDAEEEC7CF}" srcOrd="0" destOrd="0" presId="urn:microsoft.com/office/officeart/2008/layout/LinedList"/>
    <dgm:cxn modelId="{EB0A75A7-6E5F-43DC-956E-32B9D8DA89E0}" type="presOf" srcId="{892A0282-1975-4C12-8C00-174E43D6D12D}" destId="{39D91FBD-32BB-44E2-A8C1-70A597E75F46}" srcOrd="0" destOrd="0" presId="urn:microsoft.com/office/officeart/2008/layout/LinedList"/>
    <dgm:cxn modelId="{7B94FEB0-9B80-4FD1-894F-C9E326B7A7FE}" type="presOf" srcId="{C02620A7-11AD-446D-A39F-6A1F62BCEA33}" destId="{18AE0AEA-E0BE-4C79-ACE0-419259568409}" srcOrd="0" destOrd="0" presId="urn:microsoft.com/office/officeart/2008/layout/LinedList"/>
    <dgm:cxn modelId="{68DC4BBF-A349-47D2-A913-FFD7AE6957ED}" type="presOf" srcId="{C4A787D2-479C-4C9D-A7FC-B512A07A355C}" destId="{AAB8A8C5-08D2-4DDF-8D78-1FA537C99F42}" srcOrd="0" destOrd="0" presId="urn:microsoft.com/office/officeart/2008/layout/LinedList"/>
    <dgm:cxn modelId="{E7AB90C2-E541-4F18-808F-3FE84CF677A5}" srcId="{E6A79ABF-419A-4EC4-B462-066EF37BB976}" destId="{5A2300D9-5949-4303-97B5-AF08FF607C66}" srcOrd="0" destOrd="0" parTransId="{227CB73A-80D6-497B-AEC5-539F46024A77}" sibTransId="{64FE9C7D-881C-4284-AE4E-F916392F6C82}"/>
    <dgm:cxn modelId="{608FBAC7-9E9E-4FF8-86DF-9BEF4C7B21EC}" type="presOf" srcId="{DE2B24FB-0C8D-4CAF-A20E-8078F62EDC12}" destId="{35148116-F15D-4587-9E33-300416ED4C01}" srcOrd="0" destOrd="0" presId="urn:microsoft.com/office/officeart/2008/layout/LinedList"/>
    <dgm:cxn modelId="{877BD8D8-2F8E-4010-95B6-B9796989292B}" type="presOf" srcId="{5A2300D9-5949-4303-97B5-AF08FF607C66}" destId="{6521796A-3365-4A9A-BD60-AE9DA41322CC}" srcOrd="0" destOrd="0" presId="urn:microsoft.com/office/officeart/2008/layout/LinedList"/>
    <dgm:cxn modelId="{899459E1-7F35-4DE7-AACD-B87ED3C103D0}" type="presOf" srcId="{0A649204-2670-4345-811D-E410822496C8}" destId="{22797574-A334-4C30-BFC5-1FE803F94C9D}" srcOrd="0" destOrd="0" presId="urn:microsoft.com/office/officeart/2008/layout/LinedList"/>
    <dgm:cxn modelId="{2D84BFF5-6219-40AF-AA6B-F44B97AB0DEE}" type="presOf" srcId="{B7621667-503F-47EE-A747-8D2B7E7CB619}" destId="{7B6EC6CB-7DBE-4C37-9524-882ECDA2BAB5}" srcOrd="0" destOrd="0" presId="urn:microsoft.com/office/officeart/2008/layout/LinedList"/>
    <dgm:cxn modelId="{3BC200FC-2FDC-4E28-A000-EFE7F66AB821}" srcId="{E6A79ABF-419A-4EC4-B462-066EF37BB976}" destId="{C02620A7-11AD-446D-A39F-6A1F62BCEA33}" srcOrd="3" destOrd="0" parTransId="{BD9DF948-33E9-4A8C-8456-6690A875F9BE}" sibTransId="{5922F982-818A-4AFF-B31C-3C83819A55E0}"/>
    <dgm:cxn modelId="{BBACBDD6-975D-4121-92E7-5FE170EF87DE}" type="presParOf" srcId="{6671AC2F-0CBB-49BE-A2CF-32EDAEEEC7CF}" destId="{8CE5AC33-D2CE-4881-A074-A03D78286A40}" srcOrd="0" destOrd="0" presId="urn:microsoft.com/office/officeart/2008/layout/LinedList"/>
    <dgm:cxn modelId="{F3F3EF84-C5C2-4028-806A-8BA7EEBB49C7}" type="presParOf" srcId="{6671AC2F-0CBB-49BE-A2CF-32EDAEEEC7CF}" destId="{5DDC8D1F-A553-4BC0-BACB-037CF7A60DCD}" srcOrd="1" destOrd="0" presId="urn:microsoft.com/office/officeart/2008/layout/LinedList"/>
    <dgm:cxn modelId="{B21216DE-D7BE-40E5-8458-7A71E66C9F17}" type="presParOf" srcId="{5DDC8D1F-A553-4BC0-BACB-037CF7A60DCD}" destId="{6521796A-3365-4A9A-BD60-AE9DA41322CC}" srcOrd="0" destOrd="0" presId="urn:microsoft.com/office/officeart/2008/layout/LinedList"/>
    <dgm:cxn modelId="{0B1AAB4D-9034-4501-995A-2B17AEB2C126}" type="presParOf" srcId="{5DDC8D1F-A553-4BC0-BACB-037CF7A60DCD}" destId="{7EE2078B-2978-4570-9C88-46F573B89066}" srcOrd="1" destOrd="0" presId="urn:microsoft.com/office/officeart/2008/layout/LinedList"/>
    <dgm:cxn modelId="{49821F06-29A7-4D14-BED9-35DAD493B1E8}" type="presParOf" srcId="{6671AC2F-0CBB-49BE-A2CF-32EDAEEEC7CF}" destId="{FFE7151C-8879-4193-A8F9-788D1A572BFF}" srcOrd="2" destOrd="0" presId="urn:microsoft.com/office/officeart/2008/layout/LinedList"/>
    <dgm:cxn modelId="{65C8FBC1-01F9-4ACC-917C-2E31E5BA17C7}" type="presParOf" srcId="{6671AC2F-0CBB-49BE-A2CF-32EDAEEEC7CF}" destId="{C0905B6D-E7E4-4523-9447-1590724B86F5}" srcOrd="3" destOrd="0" presId="urn:microsoft.com/office/officeart/2008/layout/LinedList"/>
    <dgm:cxn modelId="{EDE9AA3B-D9D9-42E8-8015-0DB9E43DEFDE}" type="presParOf" srcId="{C0905B6D-E7E4-4523-9447-1590724B86F5}" destId="{AAB8A8C5-08D2-4DDF-8D78-1FA537C99F42}" srcOrd="0" destOrd="0" presId="urn:microsoft.com/office/officeart/2008/layout/LinedList"/>
    <dgm:cxn modelId="{5BFF4955-7A07-4AD8-8EF7-E75DCE8BD42D}" type="presParOf" srcId="{C0905B6D-E7E4-4523-9447-1590724B86F5}" destId="{431F2C9C-D974-43FF-A180-C7AB5D7EFC29}" srcOrd="1" destOrd="0" presId="urn:microsoft.com/office/officeart/2008/layout/LinedList"/>
    <dgm:cxn modelId="{71C11874-C7A8-4D5A-9225-43743C498CC8}" type="presParOf" srcId="{6671AC2F-0CBB-49BE-A2CF-32EDAEEEC7CF}" destId="{78B1B60A-C464-4287-ACA8-6E16381CF33E}" srcOrd="4" destOrd="0" presId="urn:microsoft.com/office/officeart/2008/layout/LinedList"/>
    <dgm:cxn modelId="{A838F854-C9E6-4E1F-8846-923FE3FCC511}" type="presParOf" srcId="{6671AC2F-0CBB-49BE-A2CF-32EDAEEEC7CF}" destId="{7B93512F-7097-4A53-8C7D-EE5618CB2A7E}" srcOrd="5" destOrd="0" presId="urn:microsoft.com/office/officeart/2008/layout/LinedList"/>
    <dgm:cxn modelId="{23DC0F59-8EB1-4847-BF8B-E0E24F0B7DA4}" type="presParOf" srcId="{7B93512F-7097-4A53-8C7D-EE5618CB2A7E}" destId="{7B6EC6CB-7DBE-4C37-9524-882ECDA2BAB5}" srcOrd="0" destOrd="0" presId="urn:microsoft.com/office/officeart/2008/layout/LinedList"/>
    <dgm:cxn modelId="{72BBA628-A36D-46D0-9037-EA1BD5F1CBCE}" type="presParOf" srcId="{7B93512F-7097-4A53-8C7D-EE5618CB2A7E}" destId="{ACD648CD-D7AB-4D6E-86B5-C7FC5EDCE709}" srcOrd="1" destOrd="0" presId="urn:microsoft.com/office/officeart/2008/layout/LinedList"/>
    <dgm:cxn modelId="{CE02050F-CBC4-4597-8706-947B0BDCD43C}" type="presParOf" srcId="{6671AC2F-0CBB-49BE-A2CF-32EDAEEEC7CF}" destId="{2EE574F0-986C-4847-8874-60BB963D9214}" srcOrd="6" destOrd="0" presId="urn:microsoft.com/office/officeart/2008/layout/LinedList"/>
    <dgm:cxn modelId="{8983FF1F-88E6-4049-ADB4-B4331B2723BC}" type="presParOf" srcId="{6671AC2F-0CBB-49BE-A2CF-32EDAEEEC7CF}" destId="{42260341-6217-4923-802A-B1B70B63CDFA}" srcOrd="7" destOrd="0" presId="urn:microsoft.com/office/officeart/2008/layout/LinedList"/>
    <dgm:cxn modelId="{65493867-118B-4113-96C3-F8C99845F4D7}" type="presParOf" srcId="{42260341-6217-4923-802A-B1B70B63CDFA}" destId="{18AE0AEA-E0BE-4C79-ACE0-419259568409}" srcOrd="0" destOrd="0" presId="urn:microsoft.com/office/officeart/2008/layout/LinedList"/>
    <dgm:cxn modelId="{889B9D5F-CC86-4AD4-9256-6982DF39D27E}" type="presParOf" srcId="{42260341-6217-4923-802A-B1B70B63CDFA}" destId="{8BC8E656-E2AE-4300-A4BA-2E3A14511DCA}" srcOrd="1" destOrd="0" presId="urn:microsoft.com/office/officeart/2008/layout/LinedList"/>
    <dgm:cxn modelId="{FE6A5316-2760-4465-A567-25974DDE1E21}" type="presParOf" srcId="{6671AC2F-0CBB-49BE-A2CF-32EDAEEEC7CF}" destId="{3859D306-0C4A-4F05-AE30-DBF656CEF729}" srcOrd="8" destOrd="0" presId="urn:microsoft.com/office/officeart/2008/layout/LinedList"/>
    <dgm:cxn modelId="{C57DF260-DB9D-4B7A-BA8A-2BC756227395}" type="presParOf" srcId="{6671AC2F-0CBB-49BE-A2CF-32EDAEEEC7CF}" destId="{7ACA220D-C95D-424E-9E1F-0A762762F7B0}" srcOrd="9" destOrd="0" presId="urn:microsoft.com/office/officeart/2008/layout/LinedList"/>
    <dgm:cxn modelId="{AA0AA927-E003-4DD3-BFB5-47D03827642A}" type="presParOf" srcId="{7ACA220D-C95D-424E-9E1F-0A762762F7B0}" destId="{22797574-A334-4C30-BFC5-1FE803F94C9D}" srcOrd="0" destOrd="0" presId="urn:microsoft.com/office/officeart/2008/layout/LinedList"/>
    <dgm:cxn modelId="{A763E018-7610-43BE-A548-CD242E6EBF15}" type="presParOf" srcId="{7ACA220D-C95D-424E-9E1F-0A762762F7B0}" destId="{054E36E1-EE21-4CAE-B30D-79FF8FDBF61B}" srcOrd="1" destOrd="0" presId="urn:microsoft.com/office/officeart/2008/layout/LinedList"/>
    <dgm:cxn modelId="{7494A5DB-D403-459A-9DAF-FA016BCB0445}" type="presParOf" srcId="{6671AC2F-0CBB-49BE-A2CF-32EDAEEEC7CF}" destId="{7B85B1BB-232B-4D82-812B-CB0C76B95EEB}" srcOrd="10" destOrd="0" presId="urn:microsoft.com/office/officeart/2008/layout/LinedList"/>
    <dgm:cxn modelId="{6AAED63B-6A7A-408D-AE8E-99730B2A5891}" type="presParOf" srcId="{6671AC2F-0CBB-49BE-A2CF-32EDAEEEC7CF}" destId="{D5E5524C-B040-4937-A340-03C3A2E9B403}" srcOrd="11" destOrd="0" presId="urn:microsoft.com/office/officeart/2008/layout/LinedList"/>
    <dgm:cxn modelId="{67022A76-1FE9-446B-9ED6-6E6C05A62F67}" type="presParOf" srcId="{D5E5524C-B040-4937-A340-03C3A2E9B403}" destId="{FA14CB19-D5D2-42FE-B914-1C21FD404209}" srcOrd="0" destOrd="0" presId="urn:microsoft.com/office/officeart/2008/layout/LinedList"/>
    <dgm:cxn modelId="{D69D12D2-A670-43E6-AEDD-60E16A356A58}" type="presParOf" srcId="{D5E5524C-B040-4937-A340-03C3A2E9B403}" destId="{749E5F9E-50A2-466A-ADD6-2553653AB3EC}" srcOrd="1" destOrd="0" presId="urn:microsoft.com/office/officeart/2008/layout/LinedList"/>
    <dgm:cxn modelId="{DF09B0EF-EF9B-405A-A7AB-5888BD671FB0}" type="presParOf" srcId="{6671AC2F-0CBB-49BE-A2CF-32EDAEEEC7CF}" destId="{A389EF77-2547-4F20-8B6B-F6B078875CD1}" srcOrd="12" destOrd="0" presId="urn:microsoft.com/office/officeart/2008/layout/LinedList"/>
    <dgm:cxn modelId="{D82263F2-3DB8-4B12-9358-D991111CB37D}" type="presParOf" srcId="{6671AC2F-0CBB-49BE-A2CF-32EDAEEEC7CF}" destId="{3EE9C40A-D131-4933-BF0C-77EEB810CBA0}" srcOrd="13" destOrd="0" presId="urn:microsoft.com/office/officeart/2008/layout/LinedList"/>
    <dgm:cxn modelId="{20054B8C-4ABD-42BA-83B9-006B5AFAF0FC}" type="presParOf" srcId="{3EE9C40A-D131-4933-BF0C-77EEB810CBA0}" destId="{39D91FBD-32BB-44E2-A8C1-70A597E75F46}" srcOrd="0" destOrd="0" presId="urn:microsoft.com/office/officeart/2008/layout/LinedList"/>
    <dgm:cxn modelId="{21496252-F1E8-4076-A4EF-872E118B3778}" type="presParOf" srcId="{3EE9C40A-D131-4933-BF0C-77EEB810CBA0}" destId="{1998E353-7B8D-4D40-9E75-F3E6CC6BCED3}" srcOrd="1" destOrd="0" presId="urn:microsoft.com/office/officeart/2008/layout/LinedList"/>
    <dgm:cxn modelId="{08CAB0B0-E05C-4778-A64E-B489091886E5}" type="presParOf" srcId="{6671AC2F-0CBB-49BE-A2CF-32EDAEEEC7CF}" destId="{36D4EE16-F283-4510-8E24-132375BB6EA1}" srcOrd="14" destOrd="0" presId="urn:microsoft.com/office/officeart/2008/layout/LinedList"/>
    <dgm:cxn modelId="{D57E2340-C0EB-4A5D-A2F4-1C9CF7E2D552}" type="presParOf" srcId="{6671AC2F-0CBB-49BE-A2CF-32EDAEEEC7CF}" destId="{B14F86FB-B254-4204-84FB-22FFAFC0BCBB}" srcOrd="15" destOrd="0" presId="urn:microsoft.com/office/officeart/2008/layout/LinedList"/>
    <dgm:cxn modelId="{E0A7A8DA-15CC-4BB2-B868-751FB2B3414C}" type="presParOf" srcId="{B14F86FB-B254-4204-84FB-22FFAFC0BCBB}" destId="{07516408-7F45-417F-8322-4C444EC6ADCA}" srcOrd="0" destOrd="0" presId="urn:microsoft.com/office/officeart/2008/layout/LinedList"/>
    <dgm:cxn modelId="{2D2CE6A5-2F55-4EA5-9CFB-A4C1E52CA246}" type="presParOf" srcId="{B14F86FB-B254-4204-84FB-22FFAFC0BCBB}" destId="{5809E28D-A8BC-4BA6-A0B6-9AE04FD84BCA}" srcOrd="1" destOrd="0" presId="urn:microsoft.com/office/officeart/2008/layout/LinedList"/>
    <dgm:cxn modelId="{2308E879-6BCA-495A-BDEA-5B4CBE9B4D33}" type="presParOf" srcId="{6671AC2F-0CBB-49BE-A2CF-32EDAEEEC7CF}" destId="{B0AC67FC-DA89-469E-8B16-C6310C6D75AC}" srcOrd="16" destOrd="0" presId="urn:microsoft.com/office/officeart/2008/layout/LinedList"/>
    <dgm:cxn modelId="{9CF6942F-1269-4C3F-A1A5-485446D4327A}" type="presParOf" srcId="{6671AC2F-0CBB-49BE-A2CF-32EDAEEEC7CF}" destId="{BEDC3456-5CE5-4592-804E-2059254203CA}" srcOrd="17" destOrd="0" presId="urn:microsoft.com/office/officeart/2008/layout/LinedList"/>
    <dgm:cxn modelId="{D53C68C5-F013-4655-80E8-40A933E44C93}" type="presParOf" srcId="{BEDC3456-5CE5-4592-804E-2059254203CA}" destId="{AE8D120B-ED46-4410-BE44-DD038507B018}" srcOrd="0" destOrd="0" presId="urn:microsoft.com/office/officeart/2008/layout/LinedList"/>
    <dgm:cxn modelId="{ADEDCDC3-B5CA-4392-B7AD-DA267148647B}" type="presParOf" srcId="{BEDC3456-5CE5-4592-804E-2059254203CA}" destId="{4EDCFA1B-500E-42F5-A72F-7C87DB844193}" srcOrd="1" destOrd="0" presId="urn:microsoft.com/office/officeart/2008/layout/LinedList"/>
    <dgm:cxn modelId="{E0397586-33B3-45DE-AAE4-B9267462F7AA}" type="presParOf" srcId="{6671AC2F-0CBB-49BE-A2CF-32EDAEEEC7CF}" destId="{24B26029-0475-44A2-A1DA-FAF0223CFE29}" srcOrd="18" destOrd="0" presId="urn:microsoft.com/office/officeart/2008/layout/LinedList"/>
    <dgm:cxn modelId="{EF6340F3-4A99-4D95-9CB1-9F421F31ED9D}" type="presParOf" srcId="{6671AC2F-0CBB-49BE-A2CF-32EDAEEEC7CF}" destId="{2E4DF8D7-0428-43B0-B130-F97AF6B3EBAB}" srcOrd="19" destOrd="0" presId="urn:microsoft.com/office/officeart/2008/layout/LinedList"/>
    <dgm:cxn modelId="{80228228-D794-421B-BBFE-B20FAEE57490}" type="presParOf" srcId="{2E4DF8D7-0428-43B0-B130-F97AF6B3EBAB}" destId="{35148116-F15D-4587-9E33-300416ED4C01}" srcOrd="0" destOrd="0" presId="urn:microsoft.com/office/officeart/2008/layout/LinedList"/>
    <dgm:cxn modelId="{454C87EC-6EF8-4D71-BEF0-380057F2B2EA}" type="presParOf" srcId="{2E4DF8D7-0428-43B0-B130-F97AF6B3EBAB}" destId="{6E4A2654-0819-42E6-BE0A-DA499481574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941312B-5251-4A4F-B517-A9CC2046A70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FE61B6F0-F473-4475-9A7A-08A29E1BD77B}">
      <dgm:prSet/>
      <dgm:spPr/>
      <dgm:t>
        <a:bodyPr/>
        <a:lstStyle/>
        <a:p>
          <a:r>
            <a:rPr lang="en-US"/>
            <a:t>Manual testing is time-consuming and error-prone</a:t>
          </a:r>
        </a:p>
      </dgm:t>
    </dgm:pt>
    <dgm:pt modelId="{0F2D32C2-67E4-450B-8DC5-8B177F8BDA81}" type="parTrans" cxnId="{08F0FD40-225B-449E-8101-92A0E437A394}">
      <dgm:prSet/>
      <dgm:spPr/>
      <dgm:t>
        <a:bodyPr/>
        <a:lstStyle/>
        <a:p>
          <a:endParaRPr lang="en-US"/>
        </a:p>
      </dgm:t>
    </dgm:pt>
    <dgm:pt modelId="{28C9A31A-9067-4403-ADDD-C10653466498}" type="sibTrans" cxnId="{08F0FD40-225B-449E-8101-92A0E437A394}">
      <dgm:prSet/>
      <dgm:spPr/>
      <dgm:t>
        <a:bodyPr/>
        <a:lstStyle/>
        <a:p>
          <a:endParaRPr lang="en-US"/>
        </a:p>
      </dgm:t>
    </dgm:pt>
    <dgm:pt modelId="{BAE3F7BA-1BE1-4DEB-82E6-32FC18CA71F6}">
      <dgm:prSet/>
      <dgm:spPr/>
      <dgm:t>
        <a:bodyPr/>
        <a:lstStyle/>
        <a:p>
          <a:r>
            <a:rPr lang="en-US"/>
            <a:t>Inconsistent test coverage across application layers</a:t>
          </a:r>
        </a:p>
      </dgm:t>
    </dgm:pt>
    <dgm:pt modelId="{156CB794-1ABB-40CF-B44F-AA87188C3A14}" type="parTrans" cxnId="{5000DEC5-B614-47CA-AEEE-3307D16B18FB}">
      <dgm:prSet/>
      <dgm:spPr/>
      <dgm:t>
        <a:bodyPr/>
        <a:lstStyle/>
        <a:p>
          <a:endParaRPr lang="en-US"/>
        </a:p>
      </dgm:t>
    </dgm:pt>
    <dgm:pt modelId="{E505B710-051C-48CD-9771-156C4F27C5EB}" type="sibTrans" cxnId="{5000DEC5-B614-47CA-AEEE-3307D16B18FB}">
      <dgm:prSet/>
      <dgm:spPr/>
      <dgm:t>
        <a:bodyPr/>
        <a:lstStyle/>
        <a:p>
          <a:endParaRPr lang="en-US"/>
        </a:p>
      </dgm:t>
    </dgm:pt>
    <dgm:pt modelId="{ED97F601-56C6-4312-87C4-3A8E75B10DE7}">
      <dgm:prSet/>
      <dgm:spPr/>
      <dgm:t>
        <a:bodyPr/>
        <a:lstStyle/>
        <a:p>
          <a:r>
            <a:rPr lang="en-US"/>
            <a:t>Lack of automated quality gates in deployment</a:t>
          </a:r>
        </a:p>
      </dgm:t>
    </dgm:pt>
    <dgm:pt modelId="{CCEE2C96-8B9C-42F0-ADD7-BF3386EEF31E}" type="parTrans" cxnId="{DD7AB53E-4236-4A1A-BB09-0F03ADE6AA27}">
      <dgm:prSet/>
      <dgm:spPr/>
      <dgm:t>
        <a:bodyPr/>
        <a:lstStyle/>
        <a:p>
          <a:endParaRPr lang="en-US"/>
        </a:p>
      </dgm:t>
    </dgm:pt>
    <dgm:pt modelId="{36FBA6C8-5393-48EA-81A2-180674939B5C}" type="sibTrans" cxnId="{DD7AB53E-4236-4A1A-BB09-0F03ADE6AA27}">
      <dgm:prSet/>
      <dgm:spPr/>
      <dgm:t>
        <a:bodyPr/>
        <a:lstStyle/>
        <a:p>
          <a:endParaRPr lang="en-US"/>
        </a:p>
      </dgm:t>
    </dgm:pt>
    <dgm:pt modelId="{6B75CD1E-4CC2-4288-BA4D-1053970D48FC}">
      <dgm:prSet/>
      <dgm:spPr/>
      <dgm:t>
        <a:bodyPr/>
        <a:lstStyle/>
        <a:p>
          <a:r>
            <a:rPr lang="en-US"/>
            <a:t>Difficulty maintaining test reliability at scale</a:t>
          </a:r>
        </a:p>
      </dgm:t>
    </dgm:pt>
    <dgm:pt modelId="{F64F9AF3-0FAC-4DC4-9E20-025260410003}" type="parTrans" cxnId="{212E520A-B6FC-4F89-AC1D-AD4F6BC5EA3F}">
      <dgm:prSet/>
      <dgm:spPr/>
      <dgm:t>
        <a:bodyPr/>
        <a:lstStyle/>
        <a:p>
          <a:endParaRPr lang="en-US"/>
        </a:p>
      </dgm:t>
    </dgm:pt>
    <dgm:pt modelId="{51435966-F428-4EC8-8858-720572B4FEC3}" type="sibTrans" cxnId="{212E520A-B6FC-4F89-AC1D-AD4F6BC5EA3F}">
      <dgm:prSet/>
      <dgm:spPr/>
      <dgm:t>
        <a:bodyPr/>
        <a:lstStyle/>
        <a:p>
          <a:endParaRPr lang="en-US"/>
        </a:p>
      </dgm:t>
    </dgm:pt>
    <dgm:pt modelId="{2AC406BB-A3FA-4362-A827-800C6DBA0071}">
      <dgm:prSet/>
      <dgm:spPr/>
      <dgm:t>
        <a:bodyPr/>
        <a:lstStyle/>
        <a:p>
          <a:r>
            <a:rPr lang="en-US"/>
            <a:t>No standardized testing approach for MERN stack</a:t>
          </a:r>
        </a:p>
      </dgm:t>
    </dgm:pt>
    <dgm:pt modelId="{705C8360-2D7A-4ED6-ABE9-E73C121E0B5D}" type="parTrans" cxnId="{248DCBDC-5381-4356-8567-C92971F23621}">
      <dgm:prSet/>
      <dgm:spPr/>
      <dgm:t>
        <a:bodyPr/>
        <a:lstStyle/>
        <a:p>
          <a:endParaRPr lang="en-US"/>
        </a:p>
      </dgm:t>
    </dgm:pt>
    <dgm:pt modelId="{E51F81D7-BE9B-43A2-96B9-4A6AC5BE4E42}" type="sibTrans" cxnId="{248DCBDC-5381-4356-8567-C92971F23621}">
      <dgm:prSet/>
      <dgm:spPr/>
      <dgm:t>
        <a:bodyPr/>
        <a:lstStyle/>
        <a:p>
          <a:endParaRPr lang="en-US"/>
        </a:p>
      </dgm:t>
    </dgm:pt>
    <dgm:pt modelId="{B93FCAF9-E805-471C-97E7-EF63CA422EC0}">
      <dgm:prSet/>
      <dgm:spPr/>
      <dgm:t>
        <a:bodyPr/>
        <a:lstStyle/>
        <a:p>
          <a:r>
            <a:rPr lang="en-US"/>
            <a:t>Delayed feedback on code quality issues</a:t>
          </a:r>
        </a:p>
      </dgm:t>
    </dgm:pt>
    <dgm:pt modelId="{7853D4A4-EC81-498A-BD73-ABCC839BF788}" type="parTrans" cxnId="{736E418E-9459-480E-BA0D-1DFA07EBFA7A}">
      <dgm:prSet/>
      <dgm:spPr/>
      <dgm:t>
        <a:bodyPr/>
        <a:lstStyle/>
        <a:p>
          <a:endParaRPr lang="en-US"/>
        </a:p>
      </dgm:t>
    </dgm:pt>
    <dgm:pt modelId="{198A65CA-196F-4F51-AAA8-5427B807EACE}" type="sibTrans" cxnId="{736E418E-9459-480E-BA0D-1DFA07EBFA7A}">
      <dgm:prSet/>
      <dgm:spPr/>
      <dgm:t>
        <a:bodyPr/>
        <a:lstStyle/>
        <a:p>
          <a:endParaRPr lang="en-US"/>
        </a:p>
      </dgm:t>
    </dgm:pt>
    <dgm:pt modelId="{219321F1-8601-44BE-9606-B573755D4F3D}">
      <dgm:prSet/>
      <dgm:spPr/>
      <dgm:t>
        <a:bodyPr/>
        <a:lstStyle/>
        <a:p>
          <a:r>
            <a:rPr lang="en-US"/>
            <a:t>High cost of bug fixes in production</a:t>
          </a:r>
        </a:p>
      </dgm:t>
    </dgm:pt>
    <dgm:pt modelId="{E4C0DE4A-775C-4C71-82F5-99A5F1051F8B}" type="parTrans" cxnId="{0D7269AE-F469-4599-BBC1-00B17B97FBB4}">
      <dgm:prSet/>
      <dgm:spPr/>
      <dgm:t>
        <a:bodyPr/>
        <a:lstStyle/>
        <a:p>
          <a:endParaRPr lang="en-US"/>
        </a:p>
      </dgm:t>
    </dgm:pt>
    <dgm:pt modelId="{6DBA46F2-B0B8-40A1-8756-9CB11D0B7206}" type="sibTrans" cxnId="{0D7269AE-F469-4599-BBC1-00B17B97FBB4}">
      <dgm:prSet/>
      <dgm:spPr/>
      <dgm:t>
        <a:bodyPr/>
        <a:lstStyle/>
        <a:p>
          <a:endParaRPr lang="en-US"/>
        </a:p>
      </dgm:t>
    </dgm:pt>
    <dgm:pt modelId="{D1623AEC-DB7B-48C6-BC40-D61C5262BBD5}" type="pres">
      <dgm:prSet presAssocID="{C941312B-5251-4A4F-B517-A9CC2046A708}" presName="linear" presStyleCnt="0">
        <dgm:presLayoutVars>
          <dgm:animLvl val="lvl"/>
          <dgm:resizeHandles val="exact"/>
        </dgm:presLayoutVars>
      </dgm:prSet>
      <dgm:spPr/>
    </dgm:pt>
    <dgm:pt modelId="{2BF604B7-5ADF-41D6-9E95-B4803572CA52}" type="pres">
      <dgm:prSet presAssocID="{FE61B6F0-F473-4475-9A7A-08A29E1BD77B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8EE4C867-6BFC-484E-8E5A-C05DD034BD94}" type="pres">
      <dgm:prSet presAssocID="{28C9A31A-9067-4403-ADDD-C10653466498}" presName="spacer" presStyleCnt="0"/>
      <dgm:spPr/>
    </dgm:pt>
    <dgm:pt modelId="{7610A592-345F-4D0E-8EDA-59462648D3E2}" type="pres">
      <dgm:prSet presAssocID="{BAE3F7BA-1BE1-4DEB-82E6-32FC18CA71F6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929E026A-A719-4306-A427-018507F03C81}" type="pres">
      <dgm:prSet presAssocID="{E505B710-051C-48CD-9771-156C4F27C5EB}" presName="spacer" presStyleCnt="0"/>
      <dgm:spPr/>
    </dgm:pt>
    <dgm:pt modelId="{E56E927C-4480-48DA-9C53-988EA5A44515}" type="pres">
      <dgm:prSet presAssocID="{ED97F601-56C6-4312-87C4-3A8E75B10DE7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51692CEB-E1A7-4301-8E43-00810172A74B}" type="pres">
      <dgm:prSet presAssocID="{36FBA6C8-5393-48EA-81A2-180674939B5C}" presName="spacer" presStyleCnt="0"/>
      <dgm:spPr/>
    </dgm:pt>
    <dgm:pt modelId="{AEEF68C4-8330-48EC-8638-C5F152A1CEAE}" type="pres">
      <dgm:prSet presAssocID="{6B75CD1E-4CC2-4288-BA4D-1053970D48FC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2B05B80F-653A-41A1-82B4-9045F17372B4}" type="pres">
      <dgm:prSet presAssocID="{51435966-F428-4EC8-8858-720572B4FEC3}" presName="spacer" presStyleCnt="0"/>
      <dgm:spPr/>
    </dgm:pt>
    <dgm:pt modelId="{F000CD06-1F1F-407E-91FE-7C19A70E2222}" type="pres">
      <dgm:prSet presAssocID="{2AC406BB-A3FA-4362-A827-800C6DBA0071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EEC70378-74D4-481F-98BC-2AD2ED65426B}" type="pres">
      <dgm:prSet presAssocID="{E51F81D7-BE9B-43A2-96B9-4A6AC5BE4E42}" presName="spacer" presStyleCnt="0"/>
      <dgm:spPr/>
    </dgm:pt>
    <dgm:pt modelId="{66535D01-C737-44A8-93F9-D63D055A00F4}" type="pres">
      <dgm:prSet presAssocID="{B93FCAF9-E805-471C-97E7-EF63CA422EC0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5F8CBB51-45CC-41D4-A076-9E27FAA571BE}" type="pres">
      <dgm:prSet presAssocID="{198A65CA-196F-4F51-AAA8-5427B807EACE}" presName="spacer" presStyleCnt="0"/>
      <dgm:spPr/>
    </dgm:pt>
    <dgm:pt modelId="{1E11CB45-E4A9-4333-9E06-F977A9C3F4EE}" type="pres">
      <dgm:prSet presAssocID="{219321F1-8601-44BE-9606-B573755D4F3D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04B6FE01-20E2-4465-AC3A-A442D39D9CF5}" type="presOf" srcId="{C941312B-5251-4A4F-B517-A9CC2046A708}" destId="{D1623AEC-DB7B-48C6-BC40-D61C5262BBD5}" srcOrd="0" destOrd="0" presId="urn:microsoft.com/office/officeart/2005/8/layout/vList2"/>
    <dgm:cxn modelId="{212E520A-B6FC-4F89-AC1D-AD4F6BC5EA3F}" srcId="{C941312B-5251-4A4F-B517-A9CC2046A708}" destId="{6B75CD1E-4CC2-4288-BA4D-1053970D48FC}" srcOrd="3" destOrd="0" parTransId="{F64F9AF3-0FAC-4DC4-9E20-025260410003}" sibTransId="{51435966-F428-4EC8-8858-720572B4FEC3}"/>
    <dgm:cxn modelId="{67A5E837-9EFD-487C-8F2C-5814845D6866}" type="presOf" srcId="{ED97F601-56C6-4312-87C4-3A8E75B10DE7}" destId="{E56E927C-4480-48DA-9C53-988EA5A44515}" srcOrd="0" destOrd="0" presId="urn:microsoft.com/office/officeart/2005/8/layout/vList2"/>
    <dgm:cxn modelId="{E049BD3A-F9D1-46CB-B701-57CDE59156BB}" type="presOf" srcId="{FE61B6F0-F473-4475-9A7A-08A29E1BD77B}" destId="{2BF604B7-5ADF-41D6-9E95-B4803572CA52}" srcOrd="0" destOrd="0" presId="urn:microsoft.com/office/officeart/2005/8/layout/vList2"/>
    <dgm:cxn modelId="{DD7AB53E-4236-4A1A-BB09-0F03ADE6AA27}" srcId="{C941312B-5251-4A4F-B517-A9CC2046A708}" destId="{ED97F601-56C6-4312-87C4-3A8E75B10DE7}" srcOrd="2" destOrd="0" parTransId="{CCEE2C96-8B9C-42F0-ADD7-BF3386EEF31E}" sibTransId="{36FBA6C8-5393-48EA-81A2-180674939B5C}"/>
    <dgm:cxn modelId="{08F0FD40-225B-449E-8101-92A0E437A394}" srcId="{C941312B-5251-4A4F-B517-A9CC2046A708}" destId="{FE61B6F0-F473-4475-9A7A-08A29E1BD77B}" srcOrd="0" destOrd="0" parTransId="{0F2D32C2-67E4-450B-8DC5-8B177F8BDA81}" sibTransId="{28C9A31A-9067-4403-ADDD-C10653466498}"/>
    <dgm:cxn modelId="{AAA92867-320B-4043-AA16-EDD930C3B0B1}" type="presOf" srcId="{B93FCAF9-E805-471C-97E7-EF63CA422EC0}" destId="{66535D01-C737-44A8-93F9-D63D055A00F4}" srcOrd="0" destOrd="0" presId="urn:microsoft.com/office/officeart/2005/8/layout/vList2"/>
    <dgm:cxn modelId="{736E418E-9459-480E-BA0D-1DFA07EBFA7A}" srcId="{C941312B-5251-4A4F-B517-A9CC2046A708}" destId="{B93FCAF9-E805-471C-97E7-EF63CA422EC0}" srcOrd="5" destOrd="0" parTransId="{7853D4A4-EC81-498A-BD73-ABCC839BF788}" sibTransId="{198A65CA-196F-4F51-AAA8-5427B807EACE}"/>
    <dgm:cxn modelId="{2ECC7893-9DE1-4F85-972B-4D8EB87A7683}" type="presOf" srcId="{BAE3F7BA-1BE1-4DEB-82E6-32FC18CA71F6}" destId="{7610A592-345F-4D0E-8EDA-59462648D3E2}" srcOrd="0" destOrd="0" presId="urn:microsoft.com/office/officeart/2005/8/layout/vList2"/>
    <dgm:cxn modelId="{B1E7F1A2-61C2-42E3-8D06-8628829C81E2}" type="presOf" srcId="{6B75CD1E-4CC2-4288-BA4D-1053970D48FC}" destId="{AEEF68C4-8330-48EC-8638-C5F152A1CEAE}" srcOrd="0" destOrd="0" presId="urn:microsoft.com/office/officeart/2005/8/layout/vList2"/>
    <dgm:cxn modelId="{0D7269AE-F469-4599-BBC1-00B17B97FBB4}" srcId="{C941312B-5251-4A4F-B517-A9CC2046A708}" destId="{219321F1-8601-44BE-9606-B573755D4F3D}" srcOrd="6" destOrd="0" parTransId="{E4C0DE4A-775C-4C71-82F5-99A5F1051F8B}" sibTransId="{6DBA46F2-B0B8-40A1-8756-9CB11D0B7206}"/>
    <dgm:cxn modelId="{5000DEC5-B614-47CA-AEEE-3307D16B18FB}" srcId="{C941312B-5251-4A4F-B517-A9CC2046A708}" destId="{BAE3F7BA-1BE1-4DEB-82E6-32FC18CA71F6}" srcOrd="1" destOrd="0" parTransId="{156CB794-1ABB-40CF-B44F-AA87188C3A14}" sibTransId="{E505B710-051C-48CD-9771-156C4F27C5EB}"/>
    <dgm:cxn modelId="{27D0EFD0-69D4-4CC9-ADD1-6882D3F089A4}" type="presOf" srcId="{219321F1-8601-44BE-9606-B573755D4F3D}" destId="{1E11CB45-E4A9-4333-9E06-F977A9C3F4EE}" srcOrd="0" destOrd="0" presId="urn:microsoft.com/office/officeart/2005/8/layout/vList2"/>
    <dgm:cxn modelId="{174581DC-1794-4319-AD39-EC5DF1EA1431}" type="presOf" srcId="{2AC406BB-A3FA-4362-A827-800C6DBA0071}" destId="{F000CD06-1F1F-407E-91FE-7C19A70E2222}" srcOrd="0" destOrd="0" presId="urn:microsoft.com/office/officeart/2005/8/layout/vList2"/>
    <dgm:cxn modelId="{248DCBDC-5381-4356-8567-C92971F23621}" srcId="{C941312B-5251-4A4F-B517-A9CC2046A708}" destId="{2AC406BB-A3FA-4362-A827-800C6DBA0071}" srcOrd="4" destOrd="0" parTransId="{705C8360-2D7A-4ED6-ABE9-E73C121E0B5D}" sibTransId="{E51F81D7-BE9B-43A2-96B9-4A6AC5BE4E42}"/>
    <dgm:cxn modelId="{95174749-2757-4467-BF07-EECEDD944376}" type="presParOf" srcId="{D1623AEC-DB7B-48C6-BC40-D61C5262BBD5}" destId="{2BF604B7-5ADF-41D6-9E95-B4803572CA52}" srcOrd="0" destOrd="0" presId="urn:microsoft.com/office/officeart/2005/8/layout/vList2"/>
    <dgm:cxn modelId="{6D7B6043-4A76-4A06-B76D-51E988537EE9}" type="presParOf" srcId="{D1623AEC-DB7B-48C6-BC40-D61C5262BBD5}" destId="{8EE4C867-6BFC-484E-8E5A-C05DD034BD94}" srcOrd="1" destOrd="0" presId="urn:microsoft.com/office/officeart/2005/8/layout/vList2"/>
    <dgm:cxn modelId="{BC8C9587-3B78-4C02-AB96-3ED18370F743}" type="presParOf" srcId="{D1623AEC-DB7B-48C6-BC40-D61C5262BBD5}" destId="{7610A592-345F-4D0E-8EDA-59462648D3E2}" srcOrd="2" destOrd="0" presId="urn:microsoft.com/office/officeart/2005/8/layout/vList2"/>
    <dgm:cxn modelId="{5E796A34-3285-4E9E-9E48-D251D8E84F8D}" type="presParOf" srcId="{D1623AEC-DB7B-48C6-BC40-D61C5262BBD5}" destId="{929E026A-A719-4306-A427-018507F03C81}" srcOrd="3" destOrd="0" presId="urn:microsoft.com/office/officeart/2005/8/layout/vList2"/>
    <dgm:cxn modelId="{4D840BC8-229C-4C2D-8D92-41D4EE1B82C6}" type="presParOf" srcId="{D1623AEC-DB7B-48C6-BC40-D61C5262BBD5}" destId="{E56E927C-4480-48DA-9C53-988EA5A44515}" srcOrd="4" destOrd="0" presId="urn:microsoft.com/office/officeart/2005/8/layout/vList2"/>
    <dgm:cxn modelId="{17B91099-59AF-4CD7-B18D-2B0D1A09D9C0}" type="presParOf" srcId="{D1623AEC-DB7B-48C6-BC40-D61C5262BBD5}" destId="{51692CEB-E1A7-4301-8E43-00810172A74B}" srcOrd="5" destOrd="0" presId="urn:microsoft.com/office/officeart/2005/8/layout/vList2"/>
    <dgm:cxn modelId="{DFD4B065-27D5-49DF-B647-0745D350B788}" type="presParOf" srcId="{D1623AEC-DB7B-48C6-BC40-D61C5262BBD5}" destId="{AEEF68C4-8330-48EC-8638-C5F152A1CEAE}" srcOrd="6" destOrd="0" presId="urn:microsoft.com/office/officeart/2005/8/layout/vList2"/>
    <dgm:cxn modelId="{C441BDF1-638D-4510-AD9C-177A94272D9E}" type="presParOf" srcId="{D1623AEC-DB7B-48C6-BC40-D61C5262BBD5}" destId="{2B05B80F-653A-41A1-82B4-9045F17372B4}" srcOrd="7" destOrd="0" presId="urn:microsoft.com/office/officeart/2005/8/layout/vList2"/>
    <dgm:cxn modelId="{DEFE96FD-4F20-43D8-97D6-7D47FB00FAF6}" type="presParOf" srcId="{D1623AEC-DB7B-48C6-BC40-D61C5262BBD5}" destId="{F000CD06-1F1F-407E-91FE-7C19A70E2222}" srcOrd="8" destOrd="0" presId="urn:microsoft.com/office/officeart/2005/8/layout/vList2"/>
    <dgm:cxn modelId="{15B06498-D3CA-4123-9D1E-1645537FF321}" type="presParOf" srcId="{D1623AEC-DB7B-48C6-BC40-D61C5262BBD5}" destId="{EEC70378-74D4-481F-98BC-2AD2ED65426B}" srcOrd="9" destOrd="0" presId="urn:microsoft.com/office/officeart/2005/8/layout/vList2"/>
    <dgm:cxn modelId="{81E8C78C-7C8C-4582-8647-EB4CEB0AB145}" type="presParOf" srcId="{D1623AEC-DB7B-48C6-BC40-D61C5262BBD5}" destId="{66535D01-C737-44A8-93F9-D63D055A00F4}" srcOrd="10" destOrd="0" presId="urn:microsoft.com/office/officeart/2005/8/layout/vList2"/>
    <dgm:cxn modelId="{6E039861-6AE8-4CEB-A61C-A3FF3D3F2AAD}" type="presParOf" srcId="{D1623AEC-DB7B-48C6-BC40-D61C5262BBD5}" destId="{5F8CBB51-45CC-41D4-A076-9E27FAA571BE}" srcOrd="11" destOrd="0" presId="urn:microsoft.com/office/officeart/2005/8/layout/vList2"/>
    <dgm:cxn modelId="{9A063BB6-8F5E-461D-835D-7E136D6DF45A}" type="presParOf" srcId="{D1623AEC-DB7B-48C6-BC40-D61C5262BBD5}" destId="{1E11CB45-E4A9-4333-9E06-F977A9C3F4EE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E5AC33-D2CE-4881-A074-A03D78286A40}">
      <dsp:nvSpPr>
        <dsp:cNvPr id="0" name=""/>
        <dsp:cNvSpPr/>
      </dsp:nvSpPr>
      <dsp:spPr>
        <a:xfrm>
          <a:off x="0" y="623"/>
          <a:ext cx="649287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21796A-3365-4A9A-BD60-AE9DA41322CC}">
      <dsp:nvSpPr>
        <dsp:cNvPr id="0" name=""/>
        <dsp:cNvSpPr/>
      </dsp:nvSpPr>
      <dsp:spPr>
        <a:xfrm>
          <a:off x="0" y="623"/>
          <a:ext cx="6492875" cy="5104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Problem Statement</a:t>
          </a:r>
        </a:p>
      </dsp:txBody>
      <dsp:txXfrm>
        <a:off x="0" y="623"/>
        <a:ext cx="6492875" cy="510415"/>
      </dsp:txXfrm>
    </dsp:sp>
    <dsp:sp modelId="{FFE7151C-8879-4193-A8F9-788D1A572BFF}">
      <dsp:nvSpPr>
        <dsp:cNvPr id="0" name=""/>
        <dsp:cNvSpPr/>
      </dsp:nvSpPr>
      <dsp:spPr>
        <a:xfrm>
          <a:off x="0" y="511038"/>
          <a:ext cx="6492875" cy="0"/>
        </a:xfrm>
        <a:prstGeom prst="line">
          <a:avLst/>
        </a:prstGeom>
        <a:solidFill>
          <a:schemeClr val="accent2">
            <a:hueOff val="128961"/>
            <a:satOff val="-1149"/>
            <a:lumOff val="-240"/>
            <a:alphaOff val="0"/>
          </a:schemeClr>
        </a:solidFill>
        <a:ln w="15875" cap="rnd" cmpd="sng" algn="ctr">
          <a:solidFill>
            <a:schemeClr val="accent2">
              <a:hueOff val="128961"/>
              <a:satOff val="-1149"/>
              <a:lumOff val="-24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B8A8C5-08D2-4DDF-8D78-1FA537C99F42}">
      <dsp:nvSpPr>
        <dsp:cNvPr id="0" name=""/>
        <dsp:cNvSpPr/>
      </dsp:nvSpPr>
      <dsp:spPr>
        <a:xfrm>
          <a:off x="0" y="511038"/>
          <a:ext cx="6492875" cy="5104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Solution Overview</a:t>
          </a:r>
        </a:p>
      </dsp:txBody>
      <dsp:txXfrm>
        <a:off x="0" y="511038"/>
        <a:ext cx="6492875" cy="510415"/>
      </dsp:txXfrm>
    </dsp:sp>
    <dsp:sp modelId="{78B1B60A-C464-4287-ACA8-6E16381CF33E}">
      <dsp:nvSpPr>
        <dsp:cNvPr id="0" name=""/>
        <dsp:cNvSpPr/>
      </dsp:nvSpPr>
      <dsp:spPr>
        <a:xfrm>
          <a:off x="0" y="1021453"/>
          <a:ext cx="6492875" cy="0"/>
        </a:xfrm>
        <a:prstGeom prst="line">
          <a:avLst/>
        </a:prstGeom>
        <a:solidFill>
          <a:schemeClr val="accent2">
            <a:hueOff val="257922"/>
            <a:satOff val="-2298"/>
            <a:lumOff val="-479"/>
            <a:alphaOff val="0"/>
          </a:schemeClr>
        </a:solidFill>
        <a:ln w="15875" cap="rnd" cmpd="sng" algn="ctr">
          <a:solidFill>
            <a:schemeClr val="accent2">
              <a:hueOff val="257922"/>
              <a:satOff val="-2298"/>
              <a:lumOff val="-47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6EC6CB-7DBE-4C37-9524-882ECDA2BAB5}">
      <dsp:nvSpPr>
        <dsp:cNvPr id="0" name=""/>
        <dsp:cNvSpPr/>
      </dsp:nvSpPr>
      <dsp:spPr>
        <a:xfrm>
          <a:off x="0" y="1021453"/>
          <a:ext cx="6492875" cy="5104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System Architecture</a:t>
          </a:r>
        </a:p>
      </dsp:txBody>
      <dsp:txXfrm>
        <a:off x="0" y="1021453"/>
        <a:ext cx="6492875" cy="510415"/>
      </dsp:txXfrm>
    </dsp:sp>
    <dsp:sp modelId="{2EE574F0-986C-4847-8874-60BB963D9214}">
      <dsp:nvSpPr>
        <dsp:cNvPr id="0" name=""/>
        <dsp:cNvSpPr/>
      </dsp:nvSpPr>
      <dsp:spPr>
        <a:xfrm>
          <a:off x="0" y="1531869"/>
          <a:ext cx="6492875" cy="0"/>
        </a:xfrm>
        <a:prstGeom prst="line">
          <a:avLst/>
        </a:prstGeom>
        <a:solidFill>
          <a:schemeClr val="accent2">
            <a:hueOff val="386882"/>
            <a:satOff val="-3448"/>
            <a:lumOff val="-719"/>
            <a:alphaOff val="0"/>
          </a:schemeClr>
        </a:solidFill>
        <a:ln w="15875" cap="rnd" cmpd="sng" algn="ctr">
          <a:solidFill>
            <a:schemeClr val="accent2">
              <a:hueOff val="386882"/>
              <a:satOff val="-3448"/>
              <a:lumOff val="-71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8AE0AEA-E0BE-4C79-ACE0-419259568409}">
      <dsp:nvSpPr>
        <dsp:cNvPr id="0" name=""/>
        <dsp:cNvSpPr/>
      </dsp:nvSpPr>
      <dsp:spPr>
        <a:xfrm>
          <a:off x="0" y="1531869"/>
          <a:ext cx="6492875" cy="5104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Testing Layers &amp; Strategy</a:t>
          </a:r>
        </a:p>
      </dsp:txBody>
      <dsp:txXfrm>
        <a:off x="0" y="1531869"/>
        <a:ext cx="6492875" cy="510415"/>
      </dsp:txXfrm>
    </dsp:sp>
    <dsp:sp modelId="{3859D306-0C4A-4F05-AE30-DBF656CEF729}">
      <dsp:nvSpPr>
        <dsp:cNvPr id="0" name=""/>
        <dsp:cNvSpPr/>
      </dsp:nvSpPr>
      <dsp:spPr>
        <a:xfrm>
          <a:off x="0" y="2042284"/>
          <a:ext cx="6492875" cy="0"/>
        </a:xfrm>
        <a:prstGeom prst="line">
          <a:avLst/>
        </a:prstGeom>
        <a:solidFill>
          <a:schemeClr val="accent2">
            <a:hueOff val="515843"/>
            <a:satOff val="-4597"/>
            <a:lumOff val="-959"/>
            <a:alphaOff val="0"/>
          </a:schemeClr>
        </a:solidFill>
        <a:ln w="15875" cap="rnd" cmpd="sng" algn="ctr">
          <a:solidFill>
            <a:schemeClr val="accent2">
              <a:hueOff val="515843"/>
              <a:satOff val="-4597"/>
              <a:lumOff val="-95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797574-A334-4C30-BFC5-1FE803F94C9D}">
      <dsp:nvSpPr>
        <dsp:cNvPr id="0" name=""/>
        <dsp:cNvSpPr/>
      </dsp:nvSpPr>
      <dsp:spPr>
        <a:xfrm>
          <a:off x="0" y="2042284"/>
          <a:ext cx="6492875" cy="5104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Key Features</a:t>
          </a:r>
        </a:p>
      </dsp:txBody>
      <dsp:txXfrm>
        <a:off x="0" y="2042284"/>
        <a:ext cx="6492875" cy="510415"/>
      </dsp:txXfrm>
    </dsp:sp>
    <dsp:sp modelId="{7B85B1BB-232B-4D82-812B-CB0C76B95EEB}">
      <dsp:nvSpPr>
        <dsp:cNvPr id="0" name=""/>
        <dsp:cNvSpPr/>
      </dsp:nvSpPr>
      <dsp:spPr>
        <a:xfrm>
          <a:off x="0" y="2552700"/>
          <a:ext cx="6492875" cy="0"/>
        </a:xfrm>
        <a:prstGeom prst="line">
          <a:avLst/>
        </a:prstGeom>
        <a:solidFill>
          <a:schemeClr val="accent2">
            <a:hueOff val="644804"/>
            <a:satOff val="-5746"/>
            <a:lumOff val="-1198"/>
            <a:alphaOff val="0"/>
          </a:schemeClr>
        </a:solidFill>
        <a:ln w="15875" cap="rnd" cmpd="sng" algn="ctr">
          <a:solidFill>
            <a:schemeClr val="accent2">
              <a:hueOff val="644804"/>
              <a:satOff val="-5746"/>
              <a:lumOff val="-119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14CB19-D5D2-42FE-B914-1C21FD404209}">
      <dsp:nvSpPr>
        <dsp:cNvPr id="0" name=""/>
        <dsp:cNvSpPr/>
      </dsp:nvSpPr>
      <dsp:spPr>
        <a:xfrm>
          <a:off x="0" y="2552700"/>
          <a:ext cx="6492875" cy="5104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Technology Stack</a:t>
          </a:r>
        </a:p>
      </dsp:txBody>
      <dsp:txXfrm>
        <a:off x="0" y="2552700"/>
        <a:ext cx="6492875" cy="510415"/>
      </dsp:txXfrm>
    </dsp:sp>
    <dsp:sp modelId="{A389EF77-2547-4F20-8B6B-F6B078875CD1}">
      <dsp:nvSpPr>
        <dsp:cNvPr id="0" name=""/>
        <dsp:cNvSpPr/>
      </dsp:nvSpPr>
      <dsp:spPr>
        <a:xfrm>
          <a:off x="0" y="3063115"/>
          <a:ext cx="6492875" cy="0"/>
        </a:xfrm>
        <a:prstGeom prst="line">
          <a:avLst/>
        </a:prstGeom>
        <a:solidFill>
          <a:schemeClr val="accent2">
            <a:hueOff val="773765"/>
            <a:satOff val="-6895"/>
            <a:lumOff val="-1438"/>
            <a:alphaOff val="0"/>
          </a:schemeClr>
        </a:solidFill>
        <a:ln w="15875" cap="rnd" cmpd="sng" algn="ctr">
          <a:solidFill>
            <a:schemeClr val="accent2">
              <a:hueOff val="773765"/>
              <a:satOff val="-6895"/>
              <a:lumOff val="-143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D91FBD-32BB-44E2-A8C1-70A597E75F46}">
      <dsp:nvSpPr>
        <dsp:cNvPr id="0" name=""/>
        <dsp:cNvSpPr/>
      </dsp:nvSpPr>
      <dsp:spPr>
        <a:xfrm>
          <a:off x="0" y="3063115"/>
          <a:ext cx="6492875" cy="5104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CI/CD Pipeline Implementation</a:t>
          </a:r>
        </a:p>
      </dsp:txBody>
      <dsp:txXfrm>
        <a:off x="0" y="3063115"/>
        <a:ext cx="6492875" cy="510415"/>
      </dsp:txXfrm>
    </dsp:sp>
    <dsp:sp modelId="{36D4EE16-F283-4510-8E24-132375BB6EA1}">
      <dsp:nvSpPr>
        <dsp:cNvPr id="0" name=""/>
        <dsp:cNvSpPr/>
      </dsp:nvSpPr>
      <dsp:spPr>
        <a:xfrm>
          <a:off x="0" y="3573530"/>
          <a:ext cx="6492875" cy="0"/>
        </a:xfrm>
        <a:prstGeom prst="line">
          <a:avLst/>
        </a:prstGeom>
        <a:solidFill>
          <a:schemeClr val="accent2">
            <a:hueOff val="902725"/>
            <a:satOff val="-8045"/>
            <a:lumOff val="-1678"/>
            <a:alphaOff val="0"/>
          </a:schemeClr>
        </a:solidFill>
        <a:ln w="15875" cap="rnd" cmpd="sng" algn="ctr">
          <a:solidFill>
            <a:schemeClr val="accent2">
              <a:hueOff val="902725"/>
              <a:satOff val="-8045"/>
              <a:lumOff val="-167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516408-7F45-417F-8322-4C444EC6ADCA}">
      <dsp:nvSpPr>
        <dsp:cNvPr id="0" name=""/>
        <dsp:cNvSpPr/>
      </dsp:nvSpPr>
      <dsp:spPr>
        <a:xfrm>
          <a:off x="0" y="3573530"/>
          <a:ext cx="6492875" cy="5104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Results &amp; Demonstrations</a:t>
          </a:r>
        </a:p>
      </dsp:txBody>
      <dsp:txXfrm>
        <a:off x="0" y="3573530"/>
        <a:ext cx="6492875" cy="510415"/>
      </dsp:txXfrm>
    </dsp:sp>
    <dsp:sp modelId="{B0AC67FC-DA89-469E-8B16-C6310C6D75AC}">
      <dsp:nvSpPr>
        <dsp:cNvPr id="0" name=""/>
        <dsp:cNvSpPr/>
      </dsp:nvSpPr>
      <dsp:spPr>
        <a:xfrm>
          <a:off x="0" y="4083946"/>
          <a:ext cx="6492875" cy="0"/>
        </a:xfrm>
        <a:prstGeom prst="line">
          <a:avLst/>
        </a:prstGeom>
        <a:solidFill>
          <a:schemeClr val="accent2">
            <a:hueOff val="1031686"/>
            <a:satOff val="-9194"/>
            <a:lumOff val="-1917"/>
            <a:alphaOff val="0"/>
          </a:schemeClr>
        </a:solidFill>
        <a:ln w="15875" cap="rnd" cmpd="sng" algn="ctr">
          <a:solidFill>
            <a:schemeClr val="accent2">
              <a:hueOff val="1031686"/>
              <a:satOff val="-9194"/>
              <a:lumOff val="-191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8D120B-ED46-4410-BE44-DD038507B018}">
      <dsp:nvSpPr>
        <dsp:cNvPr id="0" name=""/>
        <dsp:cNvSpPr/>
      </dsp:nvSpPr>
      <dsp:spPr>
        <a:xfrm>
          <a:off x="0" y="4083946"/>
          <a:ext cx="6492875" cy="5104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Benefits &amp; Impact</a:t>
          </a:r>
        </a:p>
      </dsp:txBody>
      <dsp:txXfrm>
        <a:off x="0" y="4083946"/>
        <a:ext cx="6492875" cy="510415"/>
      </dsp:txXfrm>
    </dsp:sp>
    <dsp:sp modelId="{24B26029-0475-44A2-A1DA-FAF0223CFE29}">
      <dsp:nvSpPr>
        <dsp:cNvPr id="0" name=""/>
        <dsp:cNvSpPr/>
      </dsp:nvSpPr>
      <dsp:spPr>
        <a:xfrm>
          <a:off x="0" y="4594361"/>
          <a:ext cx="6492875" cy="0"/>
        </a:xfrm>
        <a:prstGeom prst="line">
          <a:avLst/>
        </a:prstGeom>
        <a:solidFill>
          <a:schemeClr val="accent2">
            <a:hueOff val="1160647"/>
            <a:satOff val="-10343"/>
            <a:lumOff val="-2157"/>
            <a:alphaOff val="0"/>
          </a:schemeClr>
        </a:solidFill>
        <a:ln w="15875" cap="rnd" cmpd="sng" algn="ctr">
          <a:solidFill>
            <a:schemeClr val="accent2">
              <a:hueOff val="1160647"/>
              <a:satOff val="-10343"/>
              <a:lumOff val="-215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148116-F15D-4587-9E33-300416ED4C01}">
      <dsp:nvSpPr>
        <dsp:cNvPr id="0" name=""/>
        <dsp:cNvSpPr/>
      </dsp:nvSpPr>
      <dsp:spPr>
        <a:xfrm>
          <a:off x="0" y="4594361"/>
          <a:ext cx="6492875" cy="5104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Limitations &amp; Future Scope</a:t>
          </a:r>
        </a:p>
      </dsp:txBody>
      <dsp:txXfrm>
        <a:off x="0" y="4594361"/>
        <a:ext cx="6492875" cy="51041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F604B7-5ADF-41D6-9E95-B4803572CA52}">
      <dsp:nvSpPr>
        <dsp:cNvPr id="0" name=""/>
        <dsp:cNvSpPr/>
      </dsp:nvSpPr>
      <dsp:spPr>
        <a:xfrm>
          <a:off x="0" y="80700"/>
          <a:ext cx="10018712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Manual testing is time-consuming and error-prone</a:t>
          </a:r>
        </a:p>
      </dsp:txBody>
      <dsp:txXfrm>
        <a:off x="18734" y="99434"/>
        <a:ext cx="9981244" cy="346292"/>
      </dsp:txXfrm>
    </dsp:sp>
    <dsp:sp modelId="{7610A592-345F-4D0E-8EDA-59462648D3E2}">
      <dsp:nvSpPr>
        <dsp:cNvPr id="0" name=""/>
        <dsp:cNvSpPr/>
      </dsp:nvSpPr>
      <dsp:spPr>
        <a:xfrm>
          <a:off x="0" y="510540"/>
          <a:ext cx="10018712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Inconsistent test coverage across application layers</a:t>
          </a:r>
        </a:p>
      </dsp:txBody>
      <dsp:txXfrm>
        <a:off x="18734" y="529274"/>
        <a:ext cx="9981244" cy="346292"/>
      </dsp:txXfrm>
    </dsp:sp>
    <dsp:sp modelId="{E56E927C-4480-48DA-9C53-988EA5A44515}">
      <dsp:nvSpPr>
        <dsp:cNvPr id="0" name=""/>
        <dsp:cNvSpPr/>
      </dsp:nvSpPr>
      <dsp:spPr>
        <a:xfrm>
          <a:off x="0" y="940380"/>
          <a:ext cx="10018712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Lack of automated quality gates in deployment</a:t>
          </a:r>
        </a:p>
      </dsp:txBody>
      <dsp:txXfrm>
        <a:off x="18734" y="959114"/>
        <a:ext cx="9981244" cy="346292"/>
      </dsp:txXfrm>
    </dsp:sp>
    <dsp:sp modelId="{AEEF68C4-8330-48EC-8638-C5F152A1CEAE}">
      <dsp:nvSpPr>
        <dsp:cNvPr id="0" name=""/>
        <dsp:cNvSpPr/>
      </dsp:nvSpPr>
      <dsp:spPr>
        <a:xfrm>
          <a:off x="0" y="1370220"/>
          <a:ext cx="10018712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Difficulty maintaining test reliability at scale</a:t>
          </a:r>
        </a:p>
      </dsp:txBody>
      <dsp:txXfrm>
        <a:off x="18734" y="1388954"/>
        <a:ext cx="9981244" cy="346292"/>
      </dsp:txXfrm>
    </dsp:sp>
    <dsp:sp modelId="{F000CD06-1F1F-407E-91FE-7C19A70E2222}">
      <dsp:nvSpPr>
        <dsp:cNvPr id="0" name=""/>
        <dsp:cNvSpPr/>
      </dsp:nvSpPr>
      <dsp:spPr>
        <a:xfrm>
          <a:off x="0" y="1800060"/>
          <a:ext cx="10018712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No standardized testing approach for MERN stack</a:t>
          </a:r>
        </a:p>
      </dsp:txBody>
      <dsp:txXfrm>
        <a:off x="18734" y="1818794"/>
        <a:ext cx="9981244" cy="346292"/>
      </dsp:txXfrm>
    </dsp:sp>
    <dsp:sp modelId="{66535D01-C737-44A8-93F9-D63D055A00F4}">
      <dsp:nvSpPr>
        <dsp:cNvPr id="0" name=""/>
        <dsp:cNvSpPr/>
      </dsp:nvSpPr>
      <dsp:spPr>
        <a:xfrm>
          <a:off x="0" y="2229900"/>
          <a:ext cx="10018712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Delayed feedback on code quality issues</a:t>
          </a:r>
        </a:p>
      </dsp:txBody>
      <dsp:txXfrm>
        <a:off x="18734" y="2248634"/>
        <a:ext cx="9981244" cy="346292"/>
      </dsp:txXfrm>
    </dsp:sp>
    <dsp:sp modelId="{1E11CB45-E4A9-4333-9E06-F977A9C3F4EE}">
      <dsp:nvSpPr>
        <dsp:cNvPr id="0" name=""/>
        <dsp:cNvSpPr/>
      </dsp:nvSpPr>
      <dsp:spPr>
        <a:xfrm>
          <a:off x="0" y="2659740"/>
          <a:ext cx="10018712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High cost of bug fixes in production</a:t>
          </a:r>
        </a:p>
      </dsp:txBody>
      <dsp:txXfrm>
        <a:off x="18734" y="2678474"/>
        <a:ext cx="9981244" cy="3462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3237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800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2267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034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1834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1323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3995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1221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231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804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07511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9549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65967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57397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26369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67989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6259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6041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76000"/>
                <a:satMod val="180000"/>
              </a:schemeClr>
              <a:schemeClr val="bg2">
                <a:tint val="80000"/>
                <a:satMod val="120000"/>
                <a:lumMod val="18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CD9ACDE-8038-488C-AB0C-5FD1A373C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854450" y="965200"/>
            <a:ext cx="7372350" cy="3404680"/>
          </a:xfrm>
        </p:spPr>
        <p:txBody>
          <a:bodyPr>
            <a:normAutofit/>
          </a:bodyPr>
          <a:lstStyle/>
          <a:p>
            <a:pPr algn="l"/>
            <a:r>
              <a:rPr lang="en-US">
                <a:ea typeface="+mj-lt"/>
                <a:cs typeface="+mj-lt"/>
              </a:rPr>
              <a:t>Automated Testing Pipeline for MERN Applications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54450" y="4503906"/>
            <a:ext cx="7372350" cy="1388892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Om Singh | 23CSP-339 Bachelor of Engineering - Computer Science &amp; Engineering Chandigarh University November 6, 2025</a:t>
            </a:r>
            <a:endParaRPr lang="en-US"/>
          </a:p>
          <a:p>
            <a:pPr algn="l"/>
            <a:endParaRPr lang="en-US"/>
          </a:p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A6C2449-5F66-4753-AAA3-4AD81E57A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06393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29F7DAB-18F4-436A-A0D8-61013DEB6F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41424" y="1"/>
            <a:ext cx="3258129" cy="6858000"/>
            <a:chOff x="141424" y="1"/>
            <a:chExt cx="3258129" cy="6858000"/>
          </a:xfrm>
        </p:grpSpPr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AA2A446D-5444-4251-A0C1-1C33937BB1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95233" y="1"/>
              <a:ext cx="858884" cy="2780957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E013EF53-9F7F-40D2-9E88-917DCF6430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1424" y="1"/>
              <a:ext cx="835810" cy="2671495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15" name="Freeform 12">
              <a:extLst>
                <a:ext uri="{FF2B5EF4-FFF2-40B4-BE49-F238E27FC236}">
                  <a16:creationId xmlns:a16="http://schemas.microsoft.com/office/drawing/2014/main" id="{210AE139-2815-4F3D-A56C-2608DB3D77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1424" y="2585830"/>
              <a:ext cx="2175413" cy="4272171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16" name="Freeform 13">
              <a:extLst>
                <a:ext uri="{FF2B5EF4-FFF2-40B4-BE49-F238E27FC236}">
                  <a16:creationId xmlns:a16="http://schemas.microsoft.com/office/drawing/2014/main" id="{7C52B438-B53F-4BCB-A9A8-183E8815A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99078" y="2695292"/>
              <a:ext cx="2690743" cy="4162709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57375C8-AF41-41DF-8F04-72401D4B9E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95233" y="2690532"/>
              <a:ext cx="2904320" cy="4167469"/>
            </a:xfrm>
            <a:custGeom>
              <a:avLst/>
              <a:gdLst>
                <a:gd name="connsiteX0" fmla="*/ 0 w 2904320"/>
                <a:gd name="connsiteY0" fmla="*/ 0 h 4167469"/>
                <a:gd name="connsiteX1" fmla="*/ 288431 w 2904320"/>
                <a:gd name="connsiteY1" fmla="*/ 90425 h 4167469"/>
                <a:gd name="connsiteX2" fmla="*/ 2904320 w 2904320"/>
                <a:gd name="connsiteY2" fmla="*/ 3220465 h 4167469"/>
                <a:gd name="connsiteX3" fmla="*/ 2904320 w 2904320"/>
                <a:gd name="connsiteY3" fmla="*/ 4167469 h 4167469"/>
                <a:gd name="connsiteX4" fmla="*/ 2694589 w 2904320"/>
                <a:gd name="connsiteY4" fmla="*/ 4167469 h 4167469"/>
                <a:gd name="connsiteX5" fmla="*/ 3846 w 2904320"/>
                <a:gd name="connsiteY5" fmla="*/ 4759 h 416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04320" h="4167469">
                  <a:moveTo>
                    <a:pt x="0" y="0"/>
                  </a:moveTo>
                  <a:lnTo>
                    <a:pt x="288431" y="90425"/>
                  </a:lnTo>
                  <a:lnTo>
                    <a:pt x="2904320" y="3220465"/>
                  </a:lnTo>
                  <a:lnTo>
                    <a:pt x="2904320" y="4167469"/>
                  </a:lnTo>
                  <a:lnTo>
                    <a:pt x="2694589" y="4167469"/>
                  </a:lnTo>
                  <a:lnTo>
                    <a:pt x="3846" y="4759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8" name="Freeform 15">
              <a:extLst>
                <a:ext uri="{FF2B5EF4-FFF2-40B4-BE49-F238E27FC236}">
                  <a16:creationId xmlns:a16="http://schemas.microsoft.com/office/drawing/2014/main" id="{1B37C1D7-483C-4CD7-85AB-F4EEA6E573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1424" y="2581071"/>
              <a:ext cx="2894568" cy="427693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64000"/>
                <a:lumMod val="9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03AE710-7D3C-454B-82CF-49B0093E98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039CC2B4-028D-4241-812D-86DEFC665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-1" y="-1"/>
            <a:ext cx="4403709" cy="6858001"/>
          </a:xfrm>
          <a:custGeom>
            <a:avLst/>
            <a:gdLst>
              <a:gd name="connsiteX0" fmla="*/ 3223890 w 4403709"/>
              <a:gd name="connsiteY0" fmla="*/ 6858001 h 6858001"/>
              <a:gd name="connsiteX1" fmla="*/ 4101908 w 4403709"/>
              <a:gd name="connsiteY1" fmla="*/ 6858001 h 6858001"/>
              <a:gd name="connsiteX2" fmla="*/ 3254950 w 4403709"/>
              <a:gd name="connsiteY2" fmla="*/ 1599356 h 6858001"/>
              <a:gd name="connsiteX3" fmla="*/ 3254950 w 4403709"/>
              <a:gd name="connsiteY3" fmla="*/ 1594062 h 6858001"/>
              <a:gd name="connsiteX4" fmla="*/ 4403709 w 4403709"/>
              <a:gd name="connsiteY4" fmla="*/ 0 h 6858001"/>
              <a:gd name="connsiteX5" fmla="*/ 3254950 w 4403709"/>
              <a:gd name="connsiteY5" fmla="*/ 0 h 6858001"/>
              <a:gd name="connsiteX6" fmla="*/ 2903520 w 4403709"/>
              <a:gd name="connsiteY6" fmla="*/ 0 h 6858001"/>
              <a:gd name="connsiteX7" fmla="*/ 0 w 4403709"/>
              <a:gd name="connsiteY7" fmla="*/ 0 h 6858001"/>
              <a:gd name="connsiteX8" fmla="*/ 0 w 4403709"/>
              <a:gd name="connsiteY8" fmla="*/ 6858000 h 6858001"/>
              <a:gd name="connsiteX9" fmla="*/ 3223890 w 4403709"/>
              <a:gd name="connsiteY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03709" h="6858001">
                <a:moveTo>
                  <a:pt x="3223890" y="6858001"/>
                </a:moveTo>
                <a:lnTo>
                  <a:pt x="4101908" y="6858001"/>
                </a:lnTo>
                <a:lnTo>
                  <a:pt x="3254950" y="1599356"/>
                </a:lnTo>
                <a:lnTo>
                  <a:pt x="3254950" y="1594062"/>
                </a:lnTo>
                <a:lnTo>
                  <a:pt x="4403709" y="0"/>
                </a:lnTo>
                <a:lnTo>
                  <a:pt x="3254950" y="0"/>
                </a:lnTo>
                <a:lnTo>
                  <a:pt x="2903520" y="0"/>
                </a:lnTo>
                <a:lnTo>
                  <a:pt x="0" y="0"/>
                </a:lnTo>
                <a:lnTo>
                  <a:pt x="0" y="6858000"/>
                </a:lnTo>
                <a:lnTo>
                  <a:pt x="322389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39FCFB-5522-0A86-5305-769E89E41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021" y="685800"/>
            <a:ext cx="2639962" cy="5105400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  <a:ea typeface="+mj-lt"/>
                <a:cs typeface="+mj-lt"/>
              </a:rPr>
              <a:t>Agenda</a:t>
            </a:r>
            <a:endParaRPr lang="en-US">
              <a:solidFill>
                <a:srgbClr val="FFFFFF"/>
              </a:solidFill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A13242B-E02E-4DE0-859A-2A46B775F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315292" y="0"/>
            <a:ext cx="2436813" cy="6858001"/>
            <a:chOff x="1320800" y="0"/>
            <a:chExt cx="2436813" cy="6858001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5ACFC104-86F4-4D49-B858-F1CA033539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5" name="Freeform 7">
              <a:extLst>
                <a:ext uri="{FF2B5EF4-FFF2-40B4-BE49-F238E27FC236}">
                  <a16:creationId xmlns:a16="http://schemas.microsoft.com/office/drawing/2014/main" id="{80627160-C0E1-4BB7-AA86-D39CB7E794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6" name="Freeform 8">
              <a:extLst>
                <a:ext uri="{FF2B5EF4-FFF2-40B4-BE49-F238E27FC236}">
                  <a16:creationId xmlns:a16="http://schemas.microsoft.com/office/drawing/2014/main" id="{F9C4CF4B-A323-44D9-9FEE-90EFE1D065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13E2B3A4-22DB-49DD-A716-388DEC5F87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8" name="Freeform 10">
              <a:extLst>
                <a:ext uri="{FF2B5EF4-FFF2-40B4-BE49-F238E27FC236}">
                  <a16:creationId xmlns:a16="http://schemas.microsoft.com/office/drawing/2014/main" id="{337CB09C-5543-4330-8C3D-354519D8D4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F54B39E1-DFCE-43D0-80F5-D9256E47D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graphicFrame>
        <p:nvGraphicFramePr>
          <p:cNvPr id="24" name="Content Placeholder 2">
            <a:extLst>
              <a:ext uri="{FF2B5EF4-FFF2-40B4-BE49-F238E27FC236}">
                <a16:creationId xmlns:a16="http://schemas.microsoft.com/office/drawing/2014/main" id="{AAA6E149-148A-BB8C-EEB0-224707B19E1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29419168"/>
              </p:ext>
            </p:extLst>
          </p:nvPr>
        </p:nvGraphicFramePr>
        <p:xfrm>
          <a:off x="5010150" y="685800"/>
          <a:ext cx="6492875" cy="5105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53142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747EB-8A2A-5D2F-EF5E-6F032D2C8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Problem Statement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78A7D5C-28DA-BDE2-991D-8DAB922A83C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484310" y="2666999"/>
          <a:ext cx="10018713" cy="31242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66541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3FEF7-D58B-D297-9E26-928E67D3E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Solution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ACEA29-9351-FE54-FD6C-996E3BB77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>
                <a:ea typeface="+mn-lt"/>
                <a:cs typeface="+mn-lt"/>
              </a:rPr>
              <a:t>Comprehensive automated testing pipeline for MERN applications</a:t>
            </a:r>
            <a:endParaRPr lang="en-US"/>
          </a:p>
          <a:p>
            <a:r>
              <a:rPr lang="en-US">
                <a:ea typeface="+mn-lt"/>
                <a:cs typeface="+mn-lt"/>
              </a:rPr>
              <a:t>Multi-layer testing strategy:</a:t>
            </a:r>
            <a:endParaRPr lang="en-US"/>
          </a:p>
          <a:p>
            <a:r>
              <a:rPr lang="en-US">
                <a:ea typeface="+mn-lt"/>
                <a:cs typeface="+mn-lt"/>
              </a:rPr>
              <a:t>  • Unit tests with Jest (80%+ coverage)</a:t>
            </a:r>
            <a:endParaRPr lang="en-US"/>
          </a:p>
          <a:p>
            <a:r>
              <a:rPr lang="en-US">
                <a:ea typeface="+mn-lt"/>
                <a:cs typeface="+mn-lt"/>
              </a:rPr>
              <a:t>  • Integration tests for API endpoints</a:t>
            </a:r>
            <a:endParaRPr lang="en-US"/>
          </a:p>
          <a:p>
            <a:r>
              <a:rPr lang="en-US">
                <a:ea typeface="+mn-lt"/>
                <a:cs typeface="+mn-lt"/>
              </a:rPr>
              <a:t>  • End-to-end tests with Cypress</a:t>
            </a:r>
            <a:endParaRPr lang="en-US"/>
          </a:p>
          <a:p>
            <a:r>
              <a:rPr lang="en-US">
                <a:ea typeface="+mn-lt"/>
                <a:cs typeface="+mn-lt"/>
              </a:rPr>
              <a:t>Continuous Integration/Deployment with GitHub Actions</a:t>
            </a:r>
            <a:endParaRPr lang="en-US"/>
          </a:p>
          <a:p>
            <a:r>
              <a:rPr lang="en-US">
                <a:ea typeface="+mn-lt"/>
                <a:cs typeface="+mn-lt"/>
              </a:rPr>
              <a:t>Automated quality gates and code coverage reports</a:t>
            </a:r>
            <a:endParaRPr lang="en-US"/>
          </a:p>
          <a:p>
            <a:r>
              <a:rPr lang="en-US">
                <a:ea typeface="+mn-lt"/>
                <a:cs typeface="+mn-lt"/>
              </a:rPr>
              <a:t>Parallel test execution for faster feedback</a:t>
            </a:r>
            <a:endParaRPr lang="en-US"/>
          </a:p>
          <a:p>
            <a:r>
              <a:rPr lang="en-US">
                <a:ea typeface="+mn-lt"/>
                <a:cs typeface="+mn-lt"/>
              </a:rPr>
              <a:t>Reusable test utilities and fixtures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038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A81C0-03F7-F945-85FA-4B4550127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System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807C2-A515-57D0-CA70-94ED858678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ea typeface="+mn-lt"/>
                <a:cs typeface="+mn-lt"/>
              </a:rPr>
              <a:t>Frontend: React with Component Testing</a:t>
            </a:r>
            <a:endParaRPr lang="en-US" dirty="0"/>
          </a:p>
          <a:p>
            <a:r>
              <a:rPr lang="en-US">
                <a:ea typeface="+mn-lt"/>
                <a:cs typeface="+mn-lt"/>
              </a:rPr>
              <a:t>Backend: Node.js/Express with API Testing</a:t>
            </a:r>
            <a:endParaRPr lang="en-US"/>
          </a:p>
          <a:p>
            <a:r>
              <a:rPr lang="en-US">
                <a:ea typeface="+mn-lt"/>
                <a:cs typeface="+mn-lt"/>
              </a:rPr>
              <a:t>Database: MongoDB with Test Data Seeding</a:t>
            </a:r>
            <a:endParaRPr lang="en-US"/>
          </a:p>
          <a:p>
            <a:r>
              <a:rPr lang="en-US" dirty="0">
                <a:ea typeface="+mn-lt"/>
                <a:cs typeface="+mn-lt"/>
              </a:rPr>
              <a:t>Testing Layers: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Unit Tests - Individual functions/components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Integration Tests - API endpoints &amp; database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E2E Tests - Full user workflows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CI/CD: GitHub Actions with automated workflows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Test Environment: Isolated test database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9795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B1C42-7E52-ED5F-8E79-0E35AD20F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Testing Layers &amp; Test Pyramid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6E8EE1-853B-17D1-2136-39200F817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US" dirty="0">
                <a:ea typeface="+mn-lt"/>
                <a:cs typeface="+mn-lt"/>
              </a:rPr>
              <a:t>Unit Tests (Base - 70%):</a:t>
            </a:r>
            <a:endParaRPr lang="en-US" dirty="0"/>
          </a:p>
          <a:p>
            <a:r>
              <a:rPr lang="en-US">
                <a:ea typeface="+mn-lt"/>
                <a:cs typeface="+mn-lt"/>
              </a:rPr>
              <a:t>  • Fast, isolated component/function tests</a:t>
            </a:r>
            <a:endParaRPr lang="en-US"/>
          </a:p>
          <a:p>
            <a:r>
              <a:rPr lang="en-US" dirty="0">
                <a:ea typeface="+mn-lt"/>
                <a:cs typeface="+mn-lt"/>
              </a:rPr>
              <a:t>  • Jest with 80%+ coverage requirement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Integration Tests (Middle - 20%):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API endpoint testing with </a:t>
            </a:r>
            <a:r>
              <a:rPr lang="en-US" dirty="0" err="1">
                <a:ea typeface="+mn-lt"/>
                <a:cs typeface="+mn-lt"/>
              </a:rPr>
              <a:t>Supertest</a:t>
            </a:r>
            <a:endParaRPr lang="en-US" dirty="0" err="1"/>
          </a:p>
          <a:p>
            <a:r>
              <a:rPr lang="en-US" dirty="0">
                <a:ea typeface="+mn-lt"/>
                <a:cs typeface="+mn-lt"/>
              </a:rPr>
              <a:t>  • Database integration validation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E2E Tests (Top - 10%):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Cypress for critical user journeys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Full application workflow testing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Best Practices: More unit tests, fewer E2E tests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4004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BC541-2FEF-C0E3-B946-8C95E9884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Technology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9974B-D459-BD89-FC2A-7ADB7D5C1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dirty="0">
                <a:ea typeface="+mn-lt"/>
                <a:cs typeface="+mn-lt"/>
              </a:rPr>
              <a:t>Testing Frameworks: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Jest - Unit &amp; Integration testing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Cypress - E2E testing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</a:t>
            </a:r>
            <a:r>
              <a:rPr lang="en-US" dirty="0" err="1">
                <a:ea typeface="+mn-lt"/>
                <a:cs typeface="+mn-lt"/>
              </a:rPr>
              <a:t>Supertest</a:t>
            </a:r>
            <a:r>
              <a:rPr lang="en-US" dirty="0">
                <a:ea typeface="+mn-lt"/>
                <a:cs typeface="+mn-lt"/>
              </a:rPr>
              <a:t> - API testing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Utilities: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@testing-library/react - Component testing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</a:t>
            </a:r>
            <a:r>
              <a:rPr lang="en-US" dirty="0" err="1">
                <a:ea typeface="+mn-lt"/>
                <a:cs typeface="+mn-lt"/>
              </a:rPr>
              <a:t>mongodb</a:t>
            </a:r>
            <a:r>
              <a:rPr lang="en-US" dirty="0">
                <a:ea typeface="+mn-lt"/>
                <a:cs typeface="+mn-lt"/>
              </a:rPr>
              <a:t>-memory-server - Test database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faker - Test data generation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CI/CD: GitHub Actions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Code Quality: </a:t>
            </a:r>
            <a:r>
              <a:rPr lang="en-US" dirty="0" err="1">
                <a:ea typeface="+mn-lt"/>
                <a:cs typeface="+mn-lt"/>
              </a:rPr>
              <a:t>ESLint</a:t>
            </a:r>
            <a:r>
              <a:rPr lang="en-US" dirty="0">
                <a:ea typeface="+mn-lt"/>
                <a:cs typeface="+mn-lt"/>
              </a:rPr>
              <a:t>, Prettier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Reporting: Istanbul, </a:t>
            </a:r>
            <a:r>
              <a:rPr lang="en-US" dirty="0" err="1">
                <a:ea typeface="+mn-lt"/>
                <a:cs typeface="+mn-lt"/>
              </a:rPr>
              <a:t>Mochawesome</a:t>
            </a: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4220844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B1185-72EB-6D1E-1E06-1C654F5EE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Key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8ABAB-1364-8866-B6EF-A8E1647525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US" dirty="0">
                <a:ea typeface="+mn-lt"/>
                <a:cs typeface="+mn-lt"/>
              </a:rPr>
              <a:t>Automated test execution on every commit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80%+ code coverage requirement enforcement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Parallel test execution for faster feedback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Test data generation and seeding utilities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Isolated test environment with in-memory DB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Comprehensive test reporting and analytics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Reusable test fixtures and mock factories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Automatic dependency vulnerability scanning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Code quality checks with </a:t>
            </a:r>
            <a:r>
              <a:rPr lang="en-US" dirty="0" err="1">
                <a:ea typeface="+mn-lt"/>
                <a:cs typeface="+mn-lt"/>
              </a:rPr>
              <a:t>ESLint</a:t>
            </a:r>
            <a:endParaRPr lang="en-US" dirty="0" err="1"/>
          </a:p>
          <a:p>
            <a:r>
              <a:rPr lang="en-US" dirty="0">
                <a:ea typeface="+mn-lt"/>
                <a:cs typeface="+mn-lt"/>
              </a:rPr>
              <a:t>Fail-fast approach with quality gates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26872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A779F-CEA5-FE9B-307D-D97E0B1B6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Unit Testing with Jest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662F78-C34A-40A7-18AA-0CF9C3B7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dirty="0">
                <a:ea typeface="+mn-lt"/>
                <a:cs typeface="+mn-lt"/>
              </a:rPr>
              <a:t>Coverage Thresholds:</a:t>
            </a:r>
            <a:endParaRPr lang="en-US" dirty="0"/>
          </a:p>
          <a:p>
            <a:r>
              <a:rPr lang="en-US">
                <a:ea typeface="+mn-lt"/>
                <a:cs typeface="+mn-lt"/>
              </a:rPr>
              <a:t>  • Branches: 80%</a:t>
            </a:r>
            <a:endParaRPr lang="en-US"/>
          </a:p>
          <a:p>
            <a:r>
              <a:rPr lang="en-US" dirty="0">
                <a:ea typeface="+mn-lt"/>
                <a:cs typeface="+mn-lt"/>
              </a:rPr>
              <a:t>  • Functions: 80%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Lines: 80%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Statements: 80%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Test Utilities: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Mock factories for models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Test data generators with Faker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Setup/teardown helpers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Fast execution with isolated tests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Snapshot testing for components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03300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F23CC-E818-1591-C981-DE2414596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Integration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ACEE8-2F9A-E264-7EAD-716570DF4E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ea typeface="+mn-lt"/>
                <a:cs typeface="+mn-lt"/>
              </a:rPr>
              <a:t>API Endpoint Testing with </a:t>
            </a:r>
            <a:r>
              <a:rPr lang="en-US" dirty="0" err="1">
                <a:ea typeface="+mn-lt"/>
                <a:cs typeface="+mn-lt"/>
              </a:rPr>
              <a:t>Supertest</a:t>
            </a:r>
            <a:endParaRPr lang="en-US" dirty="0" err="1"/>
          </a:p>
          <a:p>
            <a:r>
              <a:rPr lang="en-US">
                <a:ea typeface="+mn-lt"/>
                <a:cs typeface="+mn-lt"/>
              </a:rPr>
              <a:t>Database Integration:</a:t>
            </a:r>
            <a:endParaRPr lang="en-US"/>
          </a:p>
          <a:p>
            <a:r>
              <a:rPr lang="en-US">
                <a:ea typeface="+mn-lt"/>
                <a:cs typeface="+mn-lt"/>
              </a:rPr>
              <a:t>  • MongoDB memory server for isolation</a:t>
            </a:r>
            <a:endParaRPr lang="en-US"/>
          </a:p>
          <a:p>
            <a:r>
              <a:rPr lang="en-US">
                <a:ea typeface="+mn-lt"/>
                <a:cs typeface="+mn-lt"/>
              </a:rPr>
              <a:t>  • Test data seeding before each test</a:t>
            </a:r>
            <a:endParaRPr lang="en-US"/>
          </a:p>
          <a:p>
            <a:r>
              <a:rPr lang="en-US" dirty="0">
                <a:ea typeface="+mn-lt"/>
                <a:cs typeface="+mn-lt"/>
              </a:rPr>
              <a:t>  • Automatic cleanup after tests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Middleware and Authentication testing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Request/Response validation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Error handling verification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Performance and timeout testing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1943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2522E-F58E-4374-F3FF-53BE054D8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End-to-End Testing with Cypress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6D6593-458E-3766-DF68-806A81F117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US" dirty="0">
                <a:ea typeface="+mn-lt"/>
                <a:cs typeface="+mn-lt"/>
              </a:rPr>
              <a:t>Critical User Journey Testing:</a:t>
            </a:r>
            <a:endParaRPr lang="en-US" dirty="0"/>
          </a:p>
          <a:p>
            <a:r>
              <a:rPr lang="en-US">
                <a:ea typeface="+mn-lt"/>
                <a:cs typeface="+mn-lt"/>
              </a:rPr>
              <a:t>  • User registration and login flows</a:t>
            </a:r>
            <a:endParaRPr lang="en-US"/>
          </a:p>
          <a:p>
            <a:r>
              <a:rPr lang="en-US" dirty="0">
                <a:ea typeface="+mn-lt"/>
                <a:cs typeface="+mn-lt"/>
              </a:rPr>
              <a:t>  • Core business workflows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Data creation and management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Configuration: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Automatic retry on failure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Screenshot and video capture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Custom commands for common operations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Test data management and seeding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Browser automation with Chrome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2578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C629F-847F-BA3C-3F82-42F5B5086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CI/CD Pipeline with GitHub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D1CB58-CA50-F2A8-E33E-71CE4DAF3C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US" dirty="0">
                <a:ea typeface="+mn-lt"/>
                <a:cs typeface="+mn-lt"/>
              </a:rPr>
              <a:t>Automated Workflow Jobs: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1. Lint - Code quality checks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2. Unit Tests - Fast component tests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3. Integration Tests - API &amp; DB tests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4. E2E Tests - Critical user flows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5. Coverage - Generate and upload reports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6. Security Audit - Dependency scanning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Triggers: Push, Pull Request, Schedule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Parallel execution for speed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Artifact storage for test reports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67214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EDE1C-0626-7C94-B37A-6E32A1129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Quality Gates &amp; Coverage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4E7A35-0740-A7B4-863E-36D66F50E2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US" dirty="0">
                <a:ea typeface="+mn-lt"/>
                <a:cs typeface="+mn-lt"/>
              </a:rPr>
              <a:t>Automated Quality Enforcement:</a:t>
            </a:r>
            <a:endParaRPr lang="en-US" dirty="0"/>
          </a:p>
          <a:p>
            <a:r>
              <a:rPr lang="en-US">
                <a:ea typeface="+mn-lt"/>
                <a:cs typeface="+mn-lt"/>
              </a:rPr>
              <a:t>  • Minimum 80% code coverage required</a:t>
            </a:r>
            <a:endParaRPr lang="en-US"/>
          </a:p>
          <a:p>
            <a:r>
              <a:rPr lang="en-US">
                <a:ea typeface="+mn-lt"/>
                <a:cs typeface="+mn-lt"/>
              </a:rPr>
              <a:t>  • All tests must pass before merge</a:t>
            </a:r>
            <a:endParaRPr lang="en-US"/>
          </a:p>
          <a:p>
            <a:r>
              <a:rPr lang="en-US" dirty="0">
                <a:ea typeface="+mn-lt"/>
                <a:cs typeface="+mn-lt"/>
              </a:rPr>
              <a:t>  • </a:t>
            </a:r>
            <a:r>
              <a:rPr lang="en-US" dirty="0" err="1">
                <a:ea typeface="+mn-lt"/>
                <a:cs typeface="+mn-lt"/>
              </a:rPr>
              <a:t>ESLint</a:t>
            </a:r>
            <a:r>
              <a:rPr lang="en-US" dirty="0">
                <a:ea typeface="+mn-lt"/>
                <a:cs typeface="+mn-lt"/>
              </a:rPr>
              <a:t> with zero errors policy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No high-severity security vulnerabilities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Coverage Reports: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Detailed line-by-line coverage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Branch coverage analysis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Historical trends tracking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Fail-fast approach saves time and resources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6984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3FA85-2E09-444E-3A00-5C53A5E3B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2547EE-FBD4-DEED-707E-E75E996631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dirty="0">
                <a:ea typeface="+mn-lt"/>
                <a:cs typeface="+mn-lt"/>
              </a:rPr>
              <a:t>Organized Test Directory: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/tests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   /unit - Component &amp; function tests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   /integration - API &amp; database tests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   /e2e - Cypress end-to-end tests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   /fixtures - Test data files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   /helpers - Utility functions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   /mocks - Mock factories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Configuration Files: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jest.config.js, cypress.config.js, .</a:t>
            </a:r>
            <a:r>
              <a:rPr lang="en-US" dirty="0" err="1">
                <a:ea typeface="+mn-lt"/>
                <a:cs typeface="+mn-lt"/>
              </a:rPr>
              <a:t>env.test</a:t>
            </a:r>
            <a:endParaRPr lang="en-US" dirty="0" err="1"/>
          </a:p>
          <a:p>
            <a:r>
              <a:rPr lang="en-US" dirty="0">
                <a:ea typeface="+mn-lt"/>
                <a:cs typeface="+mn-lt"/>
              </a:rPr>
              <a:t>GitHub Actions workflow in .</a:t>
            </a:r>
            <a:r>
              <a:rPr lang="en-US" dirty="0" err="1">
                <a:ea typeface="+mn-lt"/>
                <a:cs typeface="+mn-lt"/>
              </a:rPr>
              <a:t>github</a:t>
            </a:r>
            <a:r>
              <a:rPr lang="en-US" dirty="0">
                <a:ea typeface="+mn-lt"/>
                <a:cs typeface="+mn-lt"/>
              </a:rPr>
              <a:t>/workflows/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2616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1E673-9E2D-027E-8CED-C125A2510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Implementation Statistics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305CF-E3E2-25BA-15BB-57F066CB9B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dirty="0">
                <a:ea typeface="+mn-lt"/>
                <a:cs typeface="+mn-lt"/>
              </a:rPr>
              <a:t>Test Coverage: 85%+ across all layers</a:t>
            </a:r>
            <a:endParaRPr lang="en-US" dirty="0"/>
          </a:p>
          <a:p>
            <a:r>
              <a:rPr lang="en-US">
                <a:ea typeface="+mn-lt"/>
                <a:cs typeface="+mn-lt"/>
              </a:rPr>
              <a:t>Total Test Cases: 150+</a:t>
            </a:r>
            <a:endParaRPr lang="en-US"/>
          </a:p>
          <a:p>
            <a:r>
              <a:rPr lang="en-US" dirty="0">
                <a:ea typeface="+mn-lt"/>
                <a:cs typeface="+mn-lt"/>
              </a:rPr>
              <a:t>  • Unit Tests: 100+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Integration Tests: 30+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E2E Tests: 20+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Test Execution Time: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Unit: ~30 seconds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Integration: ~2 minutes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E2E: ~5 minutes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CI/CD Pipeline: 6 automated jobs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Code Quality: Zero </a:t>
            </a:r>
            <a:r>
              <a:rPr lang="en-US" dirty="0" err="1">
                <a:ea typeface="+mn-lt"/>
                <a:cs typeface="+mn-lt"/>
              </a:rPr>
              <a:t>ESLint</a:t>
            </a:r>
            <a:r>
              <a:rPr lang="en-US" dirty="0">
                <a:ea typeface="+mn-lt"/>
                <a:cs typeface="+mn-lt"/>
              </a:rPr>
              <a:t> errors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54787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AE154-A206-AA3C-13F6-1E826970E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Results &amp; Demonstrations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00207-C59B-29D6-9358-530B5F9FF1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dirty="0">
                <a:ea typeface="+mn-lt"/>
                <a:cs typeface="+mn-lt"/>
              </a:rPr>
              <a:t>Successful Implementation: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All tests pass consistently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85%+ code coverage achieved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Zero critical bugs in production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Fast feedback cycle (under 10 minutes)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Test Reports Available: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Coverage reports with detailed metrics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Test execution logs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Performance benchmarks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GitHub Repository: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Complete source code and documentation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92690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00FE8-8C0A-0A54-05AB-E26F1ECBC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Benefits &amp; Impact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59170-747B-4140-C7D6-5B5E4E84FC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77500" lnSpcReduction="20000"/>
          </a:bodyPr>
          <a:lstStyle/>
          <a:p>
            <a:r>
              <a:rPr lang="en-US" dirty="0">
                <a:ea typeface="+mn-lt"/>
                <a:cs typeface="+mn-lt"/>
              </a:rPr>
              <a:t>Quality Improvements:</a:t>
            </a:r>
            <a:endParaRPr lang="en-US" dirty="0"/>
          </a:p>
          <a:p>
            <a:r>
              <a:rPr lang="en-US">
                <a:ea typeface="+mn-lt"/>
                <a:cs typeface="+mn-lt"/>
              </a:rPr>
              <a:t>  • Earlier bug detection (shift-left testing)</a:t>
            </a:r>
            <a:endParaRPr lang="en-US"/>
          </a:p>
          <a:p>
            <a:r>
              <a:rPr lang="en-US">
                <a:ea typeface="+mn-lt"/>
                <a:cs typeface="+mn-lt"/>
              </a:rPr>
              <a:t>  • Higher code quality and maintainability</a:t>
            </a:r>
            <a:endParaRPr lang="en-US"/>
          </a:p>
          <a:p>
            <a:r>
              <a:rPr lang="en-US" dirty="0">
                <a:ea typeface="+mn-lt"/>
                <a:cs typeface="+mn-lt"/>
              </a:rPr>
              <a:t>  • Reduced production defects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Development Efficiency: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Faster feedback loops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Automated regression testing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Confidence in refactoring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Cost Savings: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Lower cost of bug fixes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Reduced manual testing effort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Faster time to market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71566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22752-F09E-32C2-D488-6174525D4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Limitations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0CCA1-1B83-CEB4-16CC-7F5B930371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ea typeface="+mn-lt"/>
                <a:cs typeface="+mn-lt"/>
              </a:rPr>
              <a:t>Current Limitations:</a:t>
            </a:r>
            <a:endParaRPr lang="en-US" dirty="0"/>
          </a:p>
          <a:p>
            <a:r>
              <a:rPr lang="en-US">
                <a:ea typeface="+mn-lt"/>
                <a:cs typeface="+mn-lt"/>
              </a:rPr>
              <a:t>  • E2E tests slower than unit/integration tests</a:t>
            </a:r>
            <a:endParaRPr lang="en-US"/>
          </a:p>
          <a:p>
            <a:r>
              <a:rPr lang="en-US">
                <a:ea typeface="+mn-lt"/>
                <a:cs typeface="+mn-lt"/>
              </a:rPr>
              <a:t>  • Test maintenance overhead as codebase grows</a:t>
            </a:r>
            <a:endParaRPr lang="en-US"/>
          </a:p>
          <a:p>
            <a:r>
              <a:rPr lang="en-US" dirty="0">
                <a:ea typeface="+mn-lt"/>
                <a:cs typeface="+mn-lt"/>
              </a:rPr>
              <a:t>  • Initial setup complexity for new developers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Limited visual regression testing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Test data management can be challenging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CI/CD costs increase with test volume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Flaky E2E tests require retry logic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Mock data may not reflect real scenarios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87728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40672-92AF-DAA6-5B74-FD99C5478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Future Scope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62100-8D46-5455-1D82-DC6525751B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dirty="0">
                <a:ea typeface="+mn-lt"/>
                <a:cs typeface="+mn-lt"/>
              </a:rPr>
              <a:t>Planned Enhancements:</a:t>
            </a:r>
            <a:endParaRPr lang="en-US" dirty="0"/>
          </a:p>
          <a:p>
            <a:r>
              <a:rPr lang="en-US">
                <a:ea typeface="+mn-lt"/>
                <a:cs typeface="+mn-lt"/>
              </a:rPr>
              <a:t>  • Visual regression testing with Percy/Chromatic</a:t>
            </a:r>
            <a:endParaRPr lang="en-US"/>
          </a:p>
          <a:p>
            <a:r>
              <a:rPr lang="en-US">
                <a:ea typeface="+mn-lt"/>
                <a:cs typeface="+mn-lt"/>
              </a:rPr>
              <a:t>  • Performance testing with k6/Artillery</a:t>
            </a:r>
            <a:endParaRPr lang="en-US"/>
          </a:p>
          <a:p>
            <a:r>
              <a:rPr lang="en-US" dirty="0">
                <a:ea typeface="+mn-lt"/>
                <a:cs typeface="+mn-lt"/>
              </a:rPr>
              <a:t>  • Load testing for scalability validation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Contract testing with Pact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Accessibility testing automation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Test result analytics dashboard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Advanced test data management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Multi-browser E2E testing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Mobile testing with Appium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  • AI-powered test generation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35713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7E6CE-FB55-6D2A-0C72-45D74D59A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9D8FC-5ACA-547E-E653-51F3137366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55000" lnSpcReduction="20000"/>
          </a:bodyPr>
          <a:lstStyle/>
          <a:p>
            <a:r>
              <a:rPr lang="en-US">
                <a:ea typeface="+mn-lt"/>
                <a:cs typeface="+mn-lt"/>
              </a:rPr>
              <a:t>Key Achievements:</a:t>
            </a:r>
            <a:endParaRPr lang="en-US"/>
          </a:p>
          <a:p>
            <a:r>
              <a:rPr lang="en-US">
                <a:ea typeface="+mn-lt"/>
                <a:cs typeface="+mn-lt"/>
              </a:rPr>
              <a:t>  • Comprehensive automated testing pipeline</a:t>
            </a:r>
            <a:endParaRPr lang="en-US"/>
          </a:p>
          <a:p>
            <a:r>
              <a:rPr lang="en-US">
                <a:ea typeface="+mn-lt"/>
                <a:cs typeface="+mn-lt"/>
              </a:rPr>
              <a:t>  • 85%+ code coverage with quality gates</a:t>
            </a:r>
            <a:endParaRPr lang="en-US"/>
          </a:p>
          <a:p>
            <a:r>
              <a:rPr lang="en-US">
                <a:ea typeface="+mn-lt"/>
                <a:cs typeface="+mn-lt"/>
              </a:rPr>
              <a:t>  • Multi-layer testing strategy implemented</a:t>
            </a:r>
            <a:endParaRPr lang="en-US"/>
          </a:p>
          <a:p>
            <a:r>
              <a:rPr lang="en-US">
                <a:ea typeface="+mn-lt"/>
                <a:cs typeface="+mn-lt"/>
              </a:rPr>
              <a:t>  • CI/CD integration with GitHub Actions</a:t>
            </a:r>
            <a:endParaRPr lang="en-US"/>
          </a:p>
          <a:p>
            <a:r>
              <a:rPr lang="en-US">
                <a:ea typeface="+mn-lt"/>
                <a:cs typeface="+mn-lt"/>
              </a:rPr>
              <a:t>  • Significant improvements in code quality</a:t>
            </a:r>
            <a:endParaRPr lang="en-US"/>
          </a:p>
          <a:p>
            <a:endParaRPr lang="en-US"/>
          </a:p>
          <a:p>
            <a:r>
              <a:rPr lang="en-US">
                <a:ea typeface="+mn-lt"/>
                <a:cs typeface="+mn-lt"/>
              </a:rPr>
              <a:t>Lessons Learned:</a:t>
            </a:r>
            <a:endParaRPr lang="en-US"/>
          </a:p>
          <a:p>
            <a:r>
              <a:rPr lang="en-US">
                <a:ea typeface="+mn-lt"/>
                <a:cs typeface="+mn-lt"/>
              </a:rPr>
              <a:t>  • Importance of test pyramid approach</a:t>
            </a:r>
            <a:endParaRPr lang="en-US"/>
          </a:p>
          <a:p>
            <a:r>
              <a:rPr lang="en-US">
                <a:ea typeface="+mn-lt"/>
                <a:cs typeface="+mn-lt"/>
              </a:rPr>
              <a:t>  • Value of fast feedback loops</a:t>
            </a:r>
            <a:endParaRPr lang="en-US"/>
          </a:p>
          <a:p>
            <a:r>
              <a:rPr lang="en-US">
                <a:ea typeface="+mn-lt"/>
                <a:cs typeface="+mn-lt"/>
              </a:rPr>
              <a:t>  • Balance between speed and coverage</a:t>
            </a:r>
            <a:endParaRPr lang="en-US"/>
          </a:p>
          <a:p>
            <a:endParaRPr lang="en-US"/>
          </a:p>
          <a:p>
            <a:r>
              <a:rPr lang="en-US">
                <a:ea typeface="+mn-lt"/>
                <a:cs typeface="+mn-lt"/>
              </a:rPr>
              <a:t>Thank you!</a:t>
            </a:r>
            <a:endParaRPr lang="en-US"/>
          </a:p>
          <a:p>
            <a:r>
              <a:rPr lang="en-US">
                <a:ea typeface="+mn-lt"/>
                <a:cs typeface="+mn-lt"/>
              </a:rPr>
              <a:t>Questions?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42329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BC1C1C"/>
      </a:accent1>
      <a:accent2>
        <a:srgbClr val="F67534"/>
      </a:accent2>
      <a:accent3>
        <a:srgbClr val="EAAC35"/>
      </a:accent3>
      <a:accent4>
        <a:srgbClr val="9BAF68"/>
      </a:accent4>
      <a:accent5>
        <a:srgbClr val="68B9A6"/>
      </a:accent5>
      <a:accent6>
        <a:srgbClr val="50B1D4"/>
      </a:accent6>
      <a:hlink>
        <a:srgbClr val="E46416"/>
      </a:hlink>
      <a:folHlink>
        <a:srgbClr val="EE9340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93B4CCAC-FD5A-4D59-B1AC-EAF45910B5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1238</Words>
  <Application>Microsoft Office PowerPoint</Application>
  <PresentationFormat>Widescreen</PresentationFormat>
  <Paragraphs>216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Parallax</vt:lpstr>
      <vt:lpstr>Automated Testing Pipeline for MERN Applications</vt:lpstr>
      <vt:lpstr>Agenda</vt:lpstr>
      <vt:lpstr>Problem Statement</vt:lpstr>
      <vt:lpstr>Solution Overview</vt:lpstr>
      <vt:lpstr>System Architecture</vt:lpstr>
      <vt:lpstr>Testing Layers &amp; Test Pyramid</vt:lpstr>
      <vt:lpstr>Technology Stack</vt:lpstr>
      <vt:lpstr>Key Features</vt:lpstr>
      <vt:lpstr>Unit Testing with Jest</vt:lpstr>
      <vt:lpstr>Integration Testing</vt:lpstr>
      <vt:lpstr>End-to-End Testing with Cypress</vt:lpstr>
      <vt:lpstr>CI/CD Pipeline with GitHub Actions</vt:lpstr>
      <vt:lpstr>Quality Gates &amp; Coverage</vt:lpstr>
      <vt:lpstr>Project Structure</vt:lpstr>
      <vt:lpstr>Implementation Statistics</vt:lpstr>
      <vt:lpstr>Results &amp; Demonstrations</vt:lpstr>
      <vt:lpstr>Benefits &amp; Impact</vt:lpstr>
      <vt:lpstr>Limitations</vt:lpstr>
      <vt:lpstr>Future Scope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Om Singh</cp:lastModifiedBy>
  <cp:revision>51</cp:revision>
  <dcterms:created xsi:type="dcterms:W3CDTF">2025-11-06T17:06:12Z</dcterms:created>
  <dcterms:modified xsi:type="dcterms:W3CDTF">2025-11-07T04:49:19Z</dcterms:modified>
</cp:coreProperties>
</file>