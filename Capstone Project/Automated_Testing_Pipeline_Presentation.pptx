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A59FE-0714-5681-5F21-63E317174F0C}" v="2" dt="2025-11-11T17:04:35.737"/>
    <p1510:client id="{6317B0BD-BB1B-7F4A-A32C-685813DD833F}" v="1" dt="2025-11-11T17:08:02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5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Singh" userId="eb395ae4b50eec63" providerId="Windows Live" clId="Web-{6317B0BD-BB1B-7F4A-A32C-685813DD833F}"/>
    <pc:docChg chg="modSld modMainMaster">
      <pc:chgData name="Om Singh" userId="eb395ae4b50eec63" providerId="Windows Live" clId="Web-{6317B0BD-BB1B-7F4A-A32C-685813DD833F}" dt="2025-11-11T17:08:02.589" v="0"/>
      <pc:docMkLst>
        <pc:docMk/>
      </pc:docMkLst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09857222" sldId="256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2753142915" sldId="257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466541508" sldId="258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84203840" sldId="259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789795382" sldId="260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3314004490" sldId="261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4220844152" sldId="262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142687255" sldId="263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2660330071" sldId="264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3841943815" sldId="265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219257833" sldId="266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2186721422" sldId="267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734698404" sldId="268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353261638" sldId="269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075478711" sldId="270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2799269081" sldId="271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997156669" sldId="272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818772833" sldId="273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3523571367" sldId="274"/>
        </pc:sldMkLst>
      </pc:sldChg>
      <pc:sldChg chg="modTransition">
        <pc:chgData name="Om Singh" userId="eb395ae4b50eec63" providerId="Windows Live" clId="Web-{6317B0BD-BB1B-7F4A-A32C-685813DD833F}" dt="2025-11-11T17:08:02.589" v="0"/>
        <pc:sldMkLst>
          <pc:docMk/>
          <pc:sldMk cId="1642423297" sldId="275"/>
        </pc:sldMkLst>
      </pc:sldChg>
      <pc:sldMasterChg chg="modTransition modSldLayout">
        <pc:chgData name="Om Singh" userId="eb395ae4b50eec63" providerId="Windows Live" clId="Web-{6317B0BD-BB1B-7F4A-A32C-685813DD833F}" dt="2025-11-11T17:08:02.589" v="0"/>
        <pc:sldMasterMkLst>
          <pc:docMk/>
          <pc:sldMasterMk cId="716041025" sldId="2147483690"/>
        </pc:sldMasterMkLst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113237900" sldId="2147483691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2857800683" sldId="2147483692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782267007" sldId="2147483693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4135034410" sldId="2147483694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861834959" sldId="2147483695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751323909" sldId="2147483696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1643995096" sldId="2147483697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4081221463" sldId="2147483698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2297231889" sldId="2147483699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170804544" sldId="2147483700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2680751183" sldId="2147483701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63954938" sldId="2147483702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496596793" sldId="2147483703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465739730" sldId="2147483704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1082636946" sldId="2147483705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3756798901" sldId="2147483706"/>
          </pc:sldLayoutMkLst>
        </pc:sldLayoutChg>
        <pc:sldLayoutChg chg="modTransition">
          <pc:chgData name="Om Singh" userId="eb395ae4b50eec63" providerId="Windows Live" clId="Web-{6317B0BD-BB1B-7F4A-A32C-685813DD833F}" dt="2025-11-11T17:08:02.589" v="0"/>
          <pc:sldLayoutMkLst>
            <pc:docMk/>
            <pc:sldMasterMk cId="716041025" sldId="2147483690"/>
            <pc:sldLayoutMk cId="1046259874" sldId="2147483707"/>
          </pc:sldLayoutMkLst>
        </pc:sldLayoutChg>
      </pc:sldMasterChg>
    </pc:docChg>
  </pc:docChgLst>
  <pc:docChgLst>
    <pc:chgData name="Om Singh" userId="eb395ae4b50eec63" providerId="Windows Live" clId="Web-{FF189ABB-F1B0-4713-AF21-3445001D4DCE}"/>
    <pc:docChg chg="addSld modSld">
      <pc:chgData name="Om Singh" userId="eb395ae4b50eec63" providerId="Windows Live" clId="Web-{FF189ABB-F1B0-4713-AF21-3445001D4DCE}" dt="2025-11-06T17:27:09.990" v="108" actId="20577"/>
      <pc:docMkLst>
        <pc:docMk/>
      </pc:docMkLst>
      <pc:sldChg chg="addSp modSp">
        <pc:chgData name="Om Singh" userId="eb395ae4b50eec63" providerId="Windows Live" clId="Web-{FF189ABB-F1B0-4713-AF21-3445001D4DCE}" dt="2025-11-06T17:14:56.789" v="3"/>
        <pc:sldMkLst>
          <pc:docMk/>
          <pc:sldMk cId="109857222" sldId="256"/>
        </pc:sldMkLst>
        <pc:spChg chg="mod">
          <ac:chgData name="Om Singh" userId="eb395ae4b50eec63" providerId="Windows Live" clId="Web-{FF189ABB-F1B0-4713-AF21-3445001D4DCE}" dt="2025-11-06T17:14:11.818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Om Singh" userId="eb395ae4b50eec63" providerId="Windows Live" clId="Web-{FF189ABB-F1B0-4713-AF21-3445001D4DCE}" dt="2025-11-06T17:17:15.512" v="8" actId="20577"/>
        <pc:sldMkLst>
          <pc:docMk/>
          <pc:sldMk cId="2753142915" sldId="257"/>
        </pc:sldMkLst>
        <pc:spChg chg="mod">
          <ac:chgData name="Om Singh" userId="eb395ae4b50eec63" providerId="Windows Live" clId="Web-{FF189ABB-F1B0-4713-AF21-3445001D4DCE}" dt="2025-11-06T17:16:08.588" v="5" actId="20577"/>
          <ac:spMkLst>
            <pc:docMk/>
            <pc:sldMk cId="2753142915" sldId="257"/>
            <ac:spMk id="2" creationId="{CF39FCFB-5522-0A86-5305-769E89E41B31}"/>
          </ac:spMkLst>
        </pc:spChg>
      </pc:sldChg>
      <pc:sldChg chg="modSp new">
        <pc:chgData name="Om Singh" userId="eb395ae4b50eec63" providerId="Windows Live" clId="Web-{FF189ABB-F1B0-4713-AF21-3445001D4DCE}" dt="2025-11-06T17:17:47.138" v="13" actId="20577"/>
        <pc:sldMkLst>
          <pc:docMk/>
          <pc:sldMk cId="466541508" sldId="258"/>
        </pc:sldMkLst>
        <pc:spChg chg="mod">
          <ac:chgData name="Om Singh" userId="eb395ae4b50eec63" providerId="Windows Live" clId="Web-{FF189ABB-F1B0-4713-AF21-3445001D4DCE}" dt="2025-11-06T17:17:16.731" v="11" actId="20577"/>
          <ac:spMkLst>
            <pc:docMk/>
            <pc:sldMk cId="466541508" sldId="258"/>
            <ac:spMk id="2" creationId="{9F4747EB-8A2A-5D2F-EF5E-6F032D2C8BC6}"/>
          </ac:spMkLst>
        </pc:spChg>
      </pc:sldChg>
      <pc:sldChg chg="modSp new">
        <pc:chgData name="Om Singh" userId="eb395ae4b50eec63" providerId="Windows Live" clId="Web-{FF189ABB-F1B0-4713-AF21-3445001D4DCE}" dt="2025-11-06T17:17:48.310" v="18" actId="20577"/>
        <pc:sldMkLst>
          <pc:docMk/>
          <pc:sldMk cId="184203840" sldId="259"/>
        </pc:sldMkLst>
        <pc:spChg chg="mod">
          <ac:chgData name="Om Singh" userId="eb395ae4b50eec63" providerId="Windows Live" clId="Web-{FF189ABB-F1B0-4713-AF21-3445001D4DCE}" dt="2025-11-06T17:17:48.247" v="16" actId="20577"/>
          <ac:spMkLst>
            <pc:docMk/>
            <pc:sldMk cId="184203840" sldId="259"/>
            <ac:spMk id="2" creationId="{B173FEF7-D58B-D297-9E26-928E67D3EB5E}"/>
          </ac:spMkLst>
        </pc:spChg>
        <pc:spChg chg="mod">
          <ac:chgData name="Om Singh" userId="eb395ae4b50eec63" providerId="Windows Live" clId="Web-{FF189ABB-F1B0-4713-AF21-3445001D4DCE}" dt="2025-11-06T17:17:48.310" v="18" actId="20577"/>
          <ac:spMkLst>
            <pc:docMk/>
            <pc:sldMk cId="184203840" sldId="259"/>
            <ac:spMk id="3" creationId="{92ACEA29-9351-FE54-FD6C-996E3BB77721}"/>
          </ac:spMkLst>
        </pc:spChg>
      </pc:sldChg>
      <pc:sldChg chg="modSp new">
        <pc:chgData name="Om Singh" userId="eb395ae4b50eec63" providerId="Windows Live" clId="Web-{FF189ABB-F1B0-4713-AF21-3445001D4DCE}" dt="2025-11-06T17:22:52.081" v="24" actId="20577"/>
        <pc:sldMkLst>
          <pc:docMk/>
          <pc:sldMk cId="1789795382" sldId="260"/>
        </pc:sldMkLst>
        <pc:spChg chg="mod">
          <ac:chgData name="Om Singh" userId="eb395ae4b50eec63" providerId="Windows Live" clId="Web-{FF189ABB-F1B0-4713-AF21-3445001D4DCE}" dt="2025-11-06T17:22:38.643" v="21" actId="20577"/>
          <ac:spMkLst>
            <pc:docMk/>
            <pc:sldMk cId="1789795382" sldId="260"/>
            <ac:spMk id="2" creationId="{158A81C0-03F7-F945-85FA-4B4550127B91}"/>
          </ac:spMkLst>
        </pc:spChg>
      </pc:sldChg>
      <pc:sldChg chg="modSp new">
        <pc:chgData name="Om Singh" userId="eb395ae4b50eec63" providerId="Windows Live" clId="Web-{FF189ABB-F1B0-4713-AF21-3445001D4DCE}" dt="2025-11-06T17:23:06.972" v="29" actId="20577"/>
        <pc:sldMkLst>
          <pc:docMk/>
          <pc:sldMk cId="3314004490" sldId="261"/>
        </pc:sldMkLst>
        <pc:spChg chg="mod">
          <ac:chgData name="Om Singh" userId="eb395ae4b50eec63" providerId="Windows Live" clId="Web-{FF189ABB-F1B0-4713-AF21-3445001D4DCE}" dt="2025-11-06T17:22:53.972" v="26" actId="20577"/>
          <ac:spMkLst>
            <pc:docMk/>
            <pc:sldMk cId="3314004490" sldId="261"/>
            <ac:spMk id="2" creationId="{022B1C42-7E52-ED5F-8E79-0E35AD20FB16}"/>
          </ac:spMkLst>
        </pc:spChg>
      </pc:sldChg>
      <pc:sldChg chg="modSp new">
        <pc:chgData name="Om Singh" userId="eb395ae4b50eec63" providerId="Windows Live" clId="Web-{FF189ABB-F1B0-4713-AF21-3445001D4DCE}" dt="2025-11-06T17:23:23.910" v="35" actId="20577"/>
        <pc:sldMkLst>
          <pc:docMk/>
          <pc:sldMk cId="4220844152" sldId="262"/>
        </pc:sldMkLst>
        <pc:spChg chg="mod">
          <ac:chgData name="Om Singh" userId="eb395ae4b50eec63" providerId="Windows Live" clId="Web-{FF189ABB-F1B0-4713-AF21-3445001D4DCE}" dt="2025-11-06T17:23:08.847" v="32" actId="20577"/>
          <ac:spMkLst>
            <pc:docMk/>
            <pc:sldMk cId="4220844152" sldId="262"/>
            <ac:spMk id="2" creationId="{552BC541-2FEF-C0E3-B946-8C95E9884650}"/>
          </ac:spMkLst>
        </pc:spChg>
        <pc:spChg chg="mod">
          <ac:chgData name="Om Singh" userId="eb395ae4b50eec63" providerId="Windows Live" clId="Web-{FF189ABB-F1B0-4713-AF21-3445001D4DCE}" dt="2025-11-06T17:23:23.910" v="35" actId="20577"/>
          <ac:spMkLst>
            <pc:docMk/>
            <pc:sldMk cId="4220844152" sldId="262"/>
            <ac:spMk id="3" creationId="{2349974B-D459-BD89-FC2A-7ADB7D5C1F4F}"/>
          </ac:spMkLst>
        </pc:spChg>
      </pc:sldChg>
      <pc:sldChg chg="modSp new">
        <pc:chgData name="Om Singh" userId="eb395ae4b50eec63" providerId="Windows Live" clId="Web-{FF189ABB-F1B0-4713-AF21-3445001D4DCE}" dt="2025-11-06T17:23:38.863" v="41" actId="20577"/>
        <pc:sldMkLst>
          <pc:docMk/>
          <pc:sldMk cId="1142687255" sldId="263"/>
        </pc:sldMkLst>
        <pc:spChg chg="mod">
          <ac:chgData name="Om Singh" userId="eb395ae4b50eec63" providerId="Windows Live" clId="Web-{FF189ABB-F1B0-4713-AF21-3445001D4DCE}" dt="2025-11-06T17:23:24.019" v="38" actId="20577"/>
          <ac:spMkLst>
            <pc:docMk/>
            <pc:sldMk cId="1142687255" sldId="263"/>
            <ac:spMk id="2" creationId="{9B2B1185-72EB-6D1E-1E06-1C654F5EE13F}"/>
          </ac:spMkLst>
        </pc:spChg>
      </pc:sldChg>
      <pc:sldChg chg="modSp new">
        <pc:chgData name="Om Singh" userId="eb395ae4b50eec63" providerId="Windows Live" clId="Web-{FF189ABB-F1B0-4713-AF21-3445001D4DCE}" dt="2025-11-06T17:24:09.691" v="47" actId="20577"/>
        <pc:sldMkLst>
          <pc:docMk/>
          <pc:sldMk cId="2660330071" sldId="264"/>
        </pc:sldMkLst>
        <pc:spChg chg="mod">
          <ac:chgData name="Om Singh" userId="eb395ae4b50eec63" providerId="Windows Live" clId="Web-{FF189ABB-F1B0-4713-AF21-3445001D4DCE}" dt="2025-11-06T17:23:41.003" v="44" actId="20577"/>
          <ac:spMkLst>
            <pc:docMk/>
            <pc:sldMk cId="2660330071" sldId="264"/>
            <ac:spMk id="2" creationId="{7F1A779F-CEA5-FE9B-307D-D97E0B1B6A07}"/>
          </ac:spMkLst>
        </pc:spChg>
        <pc:spChg chg="mod">
          <ac:chgData name="Om Singh" userId="eb395ae4b50eec63" providerId="Windows Live" clId="Web-{FF189ABB-F1B0-4713-AF21-3445001D4DCE}" dt="2025-11-06T17:24:09.691" v="47" actId="20577"/>
          <ac:spMkLst>
            <pc:docMk/>
            <pc:sldMk cId="2660330071" sldId="264"/>
            <ac:spMk id="3" creationId="{F0662F78-C34A-40A7-18AA-0CF9C3B7EC08}"/>
          </ac:spMkLst>
        </pc:spChg>
      </pc:sldChg>
      <pc:sldChg chg="modSp new">
        <pc:chgData name="Om Singh" userId="eb395ae4b50eec63" providerId="Windows Live" clId="Web-{FF189ABB-F1B0-4713-AF21-3445001D4DCE}" dt="2025-11-06T17:24:27.942" v="53" actId="20577"/>
        <pc:sldMkLst>
          <pc:docMk/>
          <pc:sldMk cId="3841943815" sldId="265"/>
        </pc:sldMkLst>
        <pc:spChg chg="mod">
          <ac:chgData name="Om Singh" userId="eb395ae4b50eec63" providerId="Windows Live" clId="Web-{FF189ABB-F1B0-4713-AF21-3445001D4DCE}" dt="2025-11-06T17:24:11.801" v="50" actId="20577"/>
          <ac:spMkLst>
            <pc:docMk/>
            <pc:sldMk cId="3841943815" sldId="265"/>
            <ac:spMk id="2" creationId="{C53F23CC-E818-1591-C981-DE2414596321}"/>
          </ac:spMkLst>
        </pc:spChg>
      </pc:sldChg>
      <pc:sldChg chg="modSp new">
        <pc:chgData name="Om Singh" userId="eb395ae4b50eec63" providerId="Windows Live" clId="Web-{FF189ABB-F1B0-4713-AF21-3445001D4DCE}" dt="2025-11-06T17:24:46.160" v="59" actId="20577"/>
        <pc:sldMkLst>
          <pc:docMk/>
          <pc:sldMk cId="219257833" sldId="266"/>
        </pc:sldMkLst>
        <pc:spChg chg="mod">
          <ac:chgData name="Om Singh" userId="eb395ae4b50eec63" providerId="Windows Live" clId="Web-{FF189ABB-F1B0-4713-AF21-3445001D4DCE}" dt="2025-11-06T17:24:29.879" v="56" actId="20577"/>
          <ac:spMkLst>
            <pc:docMk/>
            <pc:sldMk cId="219257833" sldId="266"/>
            <ac:spMk id="2" creationId="{98A2522E-F58E-4374-F3FF-53BE054D8BC3}"/>
          </ac:spMkLst>
        </pc:spChg>
        <pc:spChg chg="mod">
          <ac:chgData name="Om Singh" userId="eb395ae4b50eec63" providerId="Windows Live" clId="Web-{FF189ABB-F1B0-4713-AF21-3445001D4DCE}" dt="2025-11-06T17:24:46.160" v="59" actId="20577"/>
          <ac:spMkLst>
            <pc:docMk/>
            <pc:sldMk cId="219257833" sldId="266"/>
            <ac:spMk id="3" creationId="{F06D6593-458E-3766-DF68-806A81F11775}"/>
          </ac:spMkLst>
        </pc:spChg>
      </pc:sldChg>
      <pc:sldChg chg="modSp new">
        <pc:chgData name="Om Singh" userId="eb395ae4b50eec63" providerId="Windows Live" clId="Web-{FF189ABB-F1B0-4713-AF21-3445001D4DCE}" dt="2025-11-06T17:25:08.661" v="65" actId="20577"/>
        <pc:sldMkLst>
          <pc:docMk/>
          <pc:sldMk cId="2186721422" sldId="267"/>
        </pc:sldMkLst>
        <pc:spChg chg="mod">
          <ac:chgData name="Om Singh" userId="eb395ae4b50eec63" providerId="Windows Live" clId="Web-{FF189ABB-F1B0-4713-AF21-3445001D4DCE}" dt="2025-11-06T17:24:48.707" v="62" actId="20577"/>
          <ac:spMkLst>
            <pc:docMk/>
            <pc:sldMk cId="2186721422" sldId="267"/>
            <ac:spMk id="2" creationId="{8B7C629F-847F-BA3C-3F82-42F5B5086418}"/>
          </ac:spMkLst>
        </pc:spChg>
      </pc:sldChg>
      <pc:sldChg chg="modSp new">
        <pc:chgData name="Om Singh" userId="eb395ae4b50eec63" providerId="Windows Live" clId="Web-{FF189ABB-F1B0-4713-AF21-3445001D4DCE}" dt="2025-11-06T17:25:22.708" v="70" actId="20577"/>
        <pc:sldMkLst>
          <pc:docMk/>
          <pc:sldMk cId="734698404" sldId="268"/>
        </pc:sldMkLst>
        <pc:spChg chg="mod">
          <ac:chgData name="Om Singh" userId="eb395ae4b50eec63" providerId="Windows Live" clId="Web-{FF189ABB-F1B0-4713-AF21-3445001D4DCE}" dt="2025-11-06T17:25:10.614" v="67" actId="20577"/>
          <ac:spMkLst>
            <pc:docMk/>
            <pc:sldMk cId="734698404" sldId="268"/>
            <ac:spMk id="2" creationId="{485EDE1C-0626-7C94-B37A-6E32A112988C}"/>
          </ac:spMkLst>
        </pc:spChg>
      </pc:sldChg>
      <pc:sldChg chg="modSp new">
        <pc:chgData name="Om Singh" userId="eb395ae4b50eec63" providerId="Windows Live" clId="Web-{FF189ABB-F1B0-4713-AF21-3445001D4DCE}" dt="2025-11-06T17:25:41.098" v="76" actId="20577"/>
        <pc:sldMkLst>
          <pc:docMk/>
          <pc:sldMk cId="353261638" sldId="269"/>
        </pc:sldMkLst>
        <pc:spChg chg="mod">
          <ac:chgData name="Om Singh" userId="eb395ae4b50eec63" providerId="Windows Live" clId="Web-{FF189ABB-F1B0-4713-AF21-3445001D4DCE}" dt="2025-11-06T17:25:24.786" v="73" actId="20577"/>
          <ac:spMkLst>
            <pc:docMk/>
            <pc:sldMk cId="353261638" sldId="269"/>
            <ac:spMk id="2" creationId="{A773FA85-2E09-444E-3A00-5C53A5E3B7D4}"/>
          </ac:spMkLst>
        </pc:spChg>
      </pc:sldChg>
      <pc:sldChg chg="modSp new">
        <pc:chgData name="Om Singh" userId="eb395ae4b50eec63" providerId="Windows Live" clId="Web-{FF189ABB-F1B0-4713-AF21-3445001D4DCE}" dt="2025-11-06T17:25:55.192" v="82" actId="20577"/>
        <pc:sldMkLst>
          <pc:docMk/>
          <pc:sldMk cId="1075478711" sldId="270"/>
        </pc:sldMkLst>
        <pc:spChg chg="mod">
          <ac:chgData name="Om Singh" userId="eb395ae4b50eec63" providerId="Windows Live" clId="Web-{FF189ABB-F1B0-4713-AF21-3445001D4DCE}" dt="2025-11-06T17:25:43.223" v="79" actId="20577"/>
          <ac:spMkLst>
            <pc:docMk/>
            <pc:sldMk cId="1075478711" sldId="270"/>
            <ac:spMk id="2" creationId="{BE01E673-9E2D-027E-8CED-C125A2510D52}"/>
          </ac:spMkLst>
        </pc:spChg>
        <pc:spChg chg="mod">
          <ac:chgData name="Om Singh" userId="eb395ae4b50eec63" providerId="Windows Live" clId="Web-{FF189ABB-F1B0-4713-AF21-3445001D4DCE}" dt="2025-11-06T17:25:55.192" v="82" actId="20577"/>
          <ac:spMkLst>
            <pc:docMk/>
            <pc:sldMk cId="1075478711" sldId="270"/>
            <ac:spMk id="3" creationId="{5E2305CF-E3E2-25BA-15BB-57F066CB9BE3}"/>
          </ac:spMkLst>
        </pc:spChg>
      </pc:sldChg>
      <pc:sldChg chg="modSp new">
        <pc:chgData name="Om Singh" userId="eb395ae4b50eec63" providerId="Windows Live" clId="Web-{FF189ABB-F1B0-4713-AF21-3445001D4DCE}" dt="2025-11-06T17:26:11.161" v="87" actId="20577"/>
        <pc:sldMkLst>
          <pc:docMk/>
          <pc:sldMk cId="2799269081" sldId="271"/>
        </pc:sldMkLst>
        <pc:spChg chg="mod">
          <ac:chgData name="Om Singh" userId="eb395ae4b50eec63" providerId="Windows Live" clId="Web-{FF189ABB-F1B0-4713-AF21-3445001D4DCE}" dt="2025-11-06T17:25:57.567" v="84" actId="20577"/>
          <ac:spMkLst>
            <pc:docMk/>
            <pc:sldMk cId="2799269081" sldId="271"/>
            <ac:spMk id="2" creationId="{433AE154-A206-AA3C-13F6-1E826970E91A}"/>
          </ac:spMkLst>
        </pc:spChg>
        <pc:spChg chg="mod">
          <ac:chgData name="Om Singh" userId="eb395ae4b50eec63" providerId="Windows Live" clId="Web-{FF189ABB-F1B0-4713-AF21-3445001D4DCE}" dt="2025-11-06T17:26:11.161" v="87" actId="20577"/>
          <ac:spMkLst>
            <pc:docMk/>
            <pc:sldMk cId="2799269081" sldId="271"/>
            <ac:spMk id="3" creationId="{A7500207-C59B-29D6-9358-530B5F9FF1E9}"/>
          </ac:spMkLst>
        </pc:spChg>
      </pc:sldChg>
      <pc:sldChg chg="modSp new">
        <pc:chgData name="Om Singh" userId="eb395ae4b50eec63" providerId="Windows Live" clId="Web-{FF189ABB-F1B0-4713-AF21-3445001D4DCE}" dt="2025-11-06T17:26:26.802" v="93" actId="20577"/>
        <pc:sldMkLst>
          <pc:docMk/>
          <pc:sldMk cId="1997156669" sldId="272"/>
        </pc:sldMkLst>
        <pc:spChg chg="mod">
          <ac:chgData name="Om Singh" userId="eb395ae4b50eec63" providerId="Windows Live" clId="Web-{FF189ABB-F1B0-4713-AF21-3445001D4DCE}" dt="2025-11-06T17:26:13.130" v="90" actId="20577"/>
          <ac:spMkLst>
            <pc:docMk/>
            <pc:sldMk cId="1997156669" sldId="272"/>
            <ac:spMk id="2" creationId="{ECE00FE8-8C0A-0A54-05AB-E26F1ECBC439}"/>
          </ac:spMkLst>
        </pc:spChg>
        <pc:spChg chg="mod">
          <ac:chgData name="Om Singh" userId="eb395ae4b50eec63" providerId="Windows Live" clId="Web-{FF189ABB-F1B0-4713-AF21-3445001D4DCE}" dt="2025-11-06T17:26:26.802" v="93" actId="20577"/>
          <ac:spMkLst>
            <pc:docMk/>
            <pc:sldMk cId="1997156669" sldId="272"/>
            <ac:spMk id="3" creationId="{51F59170-747B-4140-C7D6-5B5E4E84FC8C}"/>
          </ac:spMkLst>
        </pc:spChg>
      </pc:sldChg>
      <pc:sldChg chg="modSp new">
        <pc:chgData name="Om Singh" userId="eb395ae4b50eec63" providerId="Windows Live" clId="Web-{FF189ABB-F1B0-4713-AF21-3445001D4DCE}" dt="2025-11-06T17:26:46.162" v="98" actId="20577"/>
        <pc:sldMkLst>
          <pc:docMk/>
          <pc:sldMk cId="1818772833" sldId="273"/>
        </pc:sldMkLst>
        <pc:spChg chg="mod">
          <ac:chgData name="Om Singh" userId="eb395ae4b50eec63" providerId="Windows Live" clId="Web-{FF189ABB-F1B0-4713-AF21-3445001D4DCE}" dt="2025-11-06T17:26:28.724" v="95" actId="20577"/>
          <ac:spMkLst>
            <pc:docMk/>
            <pc:sldMk cId="1818772833" sldId="273"/>
            <ac:spMk id="2" creationId="{B5522752-F09E-32C2-D488-6174525D4807}"/>
          </ac:spMkLst>
        </pc:spChg>
      </pc:sldChg>
      <pc:sldChg chg="modSp new">
        <pc:chgData name="Om Singh" userId="eb395ae4b50eec63" providerId="Windows Live" clId="Web-{FF189ABB-F1B0-4713-AF21-3445001D4DCE}" dt="2025-11-06T17:27:06.505" v="103" actId="20577"/>
        <pc:sldMkLst>
          <pc:docMk/>
          <pc:sldMk cId="3523571367" sldId="274"/>
        </pc:sldMkLst>
        <pc:spChg chg="mod">
          <ac:chgData name="Om Singh" userId="eb395ae4b50eec63" providerId="Windows Live" clId="Web-{FF189ABB-F1B0-4713-AF21-3445001D4DCE}" dt="2025-11-06T17:26:48.099" v="100" actId="20577"/>
          <ac:spMkLst>
            <pc:docMk/>
            <pc:sldMk cId="3523571367" sldId="274"/>
            <ac:spMk id="2" creationId="{B1A40672-92AF-DAA6-5B74-FD99C5478784}"/>
          </ac:spMkLst>
        </pc:spChg>
        <pc:spChg chg="mod">
          <ac:chgData name="Om Singh" userId="eb395ae4b50eec63" providerId="Windows Live" clId="Web-{FF189ABB-F1B0-4713-AF21-3445001D4DCE}" dt="2025-11-06T17:27:06.505" v="103" actId="20577"/>
          <ac:spMkLst>
            <pc:docMk/>
            <pc:sldMk cId="3523571367" sldId="274"/>
            <ac:spMk id="3" creationId="{DAA62100-8D46-5455-1D82-DC6525751BCD}"/>
          </ac:spMkLst>
        </pc:spChg>
      </pc:sldChg>
      <pc:sldChg chg="modSp new">
        <pc:chgData name="Om Singh" userId="eb395ae4b50eec63" providerId="Windows Live" clId="Web-{FF189ABB-F1B0-4713-AF21-3445001D4DCE}" dt="2025-11-06T17:27:09.990" v="108" actId="20577"/>
        <pc:sldMkLst>
          <pc:docMk/>
          <pc:sldMk cId="1642423297" sldId="275"/>
        </pc:sldMkLst>
        <pc:spChg chg="mod">
          <ac:chgData name="Om Singh" userId="eb395ae4b50eec63" providerId="Windows Live" clId="Web-{FF189ABB-F1B0-4713-AF21-3445001D4DCE}" dt="2025-11-06T17:27:08.490" v="106" actId="20577"/>
          <ac:spMkLst>
            <pc:docMk/>
            <pc:sldMk cId="1642423297" sldId="275"/>
            <ac:spMk id="2" creationId="{7A17E6CE-FB55-6D2A-0C72-45D74D59A5D4}"/>
          </ac:spMkLst>
        </pc:spChg>
        <pc:spChg chg="mod">
          <ac:chgData name="Om Singh" userId="eb395ae4b50eec63" providerId="Windows Live" clId="Web-{FF189ABB-F1B0-4713-AF21-3445001D4DCE}" dt="2025-11-06T17:27:09.990" v="108" actId="20577"/>
          <ac:spMkLst>
            <pc:docMk/>
            <pc:sldMk cId="1642423297" sldId="275"/>
            <ac:spMk id="3" creationId="{7999D8FC-5ACA-547E-E653-51F3137366C6}"/>
          </ac:spMkLst>
        </pc:spChg>
      </pc:sldChg>
    </pc:docChg>
  </pc:docChgLst>
  <pc:docChgLst>
    <pc:chgData name="Om Singh" userId="eb395ae4b50eec63" providerId="Windows Live" clId="Web-{053A59FE-0714-5681-5F21-63E317174F0C}"/>
    <pc:docChg chg="modSld modMainMaster">
      <pc:chgData name="Om Singh" userId="eb395ae4b50eec63" providerId="Windows Live" clId="Web-{053A59FE-0714-5681-5F21-63E317174F0C}" dt="2025-11-11T17:04:35.737" v="1"/>
      <pc:docMkLst>
        <pc:docMk/>
      </pc:docMkLst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09857222" sldId="256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2753142915" sldId="257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466541508" sldId="258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84203840" sldId="259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789795382" sldId="260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3314004490" sldId="261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4220844152" sldId="262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142687255" sldId="263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2660330071" sldId="264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3841943815" sldId="265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219257833" sldId="266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2186721422" sldId="267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734698404" sldId="268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353261638" sldId="269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075478711" sldId="270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2799269081" sldId="271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997156669" sldId="272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818772833" sldId="273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3523571367" sldId="274"/>
        </pc:sldMkLst>
      </pc:sldChg>
      <pc:sldChg chg="modTransition">
        <pc:chgData name="Om Singh" userId="eb395ae4b50eec63" providerId="Windows Live" clId="Web-{053A59FE-0714-5681-5F21-63E317174F0C}" dt="2025-11-11T17:04:35.737" v="1"/>
        <pc:sldMkLst>
          <pc:docMk/>
          <pc:sldMk cId="1642423297" sldId="275"/>
        </pc:sldMkLst>
      </pc:sldChg>
      <pc:sldMasterChg chg="modTransition modSldLayout">
        <pc:chgData name="Om Singh" userId="eb395ae4b50eec63" providerId="Windows Live" clId="Web-{053A59FE-0714-5681-5F21-63E317174F0C}" dt="2025-11-11T17:04:35.737" v="1"/>
        <pc:sldMasterMkLst>
          <pc:docMk/>
          <pc:sldMasterMk cId="716041025" sldId="2147483690"/>
        </pc:sldMasterMkLst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113237900" sldId="2147483691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2857800683" sldId="2147483692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782267007" sldId="2147483693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4135034410" sldId="2147483694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861834959" sldId="2147483695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751323909" sldId="2147483696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1643995096" sldId="2147483697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4081221463" sldId="2147483698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2297231889" sldId="2147483699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170804544" sldId="2147483700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2680751183" sldId="2147483701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63954938" sldId="2147483702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496596793" sldId="2147483703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465739730" sldId="2147483704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1082636946" sldId="2147483705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3756798901" sldId="2147483706"/>
          </pc:sldLayoutMkLst>
        </pc:sldLayoutChg>
        <pc:sldLayoutChg chg="modTransition">
          <pc:chgData name="Om Singh" userId="eb395ae4b50eec63" providerId="Windows Live" clId="Web-{053A59FE-0714-5681-5F21-63E317174F0C}" dt="2025-11-11T17:04:35.737" v="1"/>
          <pc:sldLayoutMkLst>
            <pc:docMk/>
            <pc:sldMasterMk cId="716041025" sldId="2147483690"/>
            <pc:sldLayoutMk cId="1046259874" sldId="2147483707"/>
          </pc:sldLayoutMkLst>
        </pc:sldLayoutChg>
      </pc:sldMasterChg>
    </pc:docChg>
  </pc:docChgLst>
  <pc:docChgLst>
    <pc:chgData name="Om Singh" userId="eb395ae4b50eec63" providerId="LiveId" clId="{BF6C3C3F-63B7-43A5-8AC6-297E7503BDC5}"/>
    <pc:docChg chg="undo custSel modSld">
      <pc:chgData name="Om Singh" userId="eb395ae4b50eec63" providerId="LiveId" clId="{BF6C3C3F-63B7-43A5-8AC6-297E7503BDC5}" dt="2025-11-12T05:35:39.549" v="14" actId="27636"/>
      <pc:docMkLst>
        <pc:docMk/>
      </pc:docMkLst>
      <pc:sldChg chg="delSp modSp mod">
        <pc:chgData name="Om Singh" userId="eb395ae4b50eec63" providerId="LiveId" clId="{BF6C3C3F-63B7-43A5-8AC6-297E7503BDC5}" dt="2025-11-12T05:35:39.549" v="14" actId="27636"/>
        <pc:sldMkLst>
          <pc:docMk/>
          <pc:sldMk cId="109857222" sldId="256"/>
        </pc:sldMkLst>
        <pc:spChg chg="mod">
          <ac:chgData name="Om Singh" userId="eb395ae4b50eec63" providerId="LiveId" clId="{BF6C3C3F-63B7-43A5-8AC6-297E7503BDC5}" dt="2025-11-12T05:35:39.549" v="14" actId="27636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Om Singh" userId="eb395ae4b50eec63" providerId="Windows Live" clId="Web-{6C47E661-8816-2A1E-6616-9E689E9638E8}"/>
    <pc:docChg chg="mod modSld addMainMaster delMainMaster">
      <pc:chgData name="Om Singh" userId="eb395ae4b50eec63" providerId="Windows Live" clId="Web-{6C47E661-8816-2A1E-6616-9E689E9638E8}" dt="2025-11-07T05:01:32.779" v="32" actId="20577"/>
      <pc:docMkLst>
        <pc:docMk/>
      </pc:docMkLst>
      <pc:sldChg chg="addSp modSp mod setBg modClrScheme chgLayout">
        <pc:chgData name="Om Singh" userId="eb395ae4b50eec63" providerId="Windows Live" clId="Web-{6C47E661-8816-2A1E-6616-9E689E9638E8}" dt="2025-11-07T05:01:32.779" v="32" actId="20577"/>
        <pc:sldMkLst>
          <pc:docMk/>
          <pc:sldMk cId="109857222" sldId="256"/>
        </pc:sldMkLst>
        <pc:spChg chg="mod ord">
          <ac:chgData name="Om Singh" userId="eb395ae4b50eec63" providerId="Windows Live" clId="Web-{6C47E661-8816-2A1E-6616-9E689E9638E8}" dt="2025-11-07T04:48:31.253" v="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Om Singh" userId="eb395ae4b50eec63" providerId="Windows Live" clId="Web-{6C47E661-8816-2A1E-6616-9E689E9638E8}" dt="2025-11-07T05:01:32.779" v="32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Om Singh" userId="eb395ae4b50eec63" providerId="Windows Live" clId="Web-{6C47E661-8816-2A1E-6616-9E689E9638E8}" dt="2025-11-07T04:48:31.253" v="2"/>
          <ac:spMkLst>
            <pc:docMk/>
            <pc:sldMk cId="109857222" sldId="256"/>
            <ac:spMk id="8" creationId="{9CD9ACDE-8038-488C-AB0C-5FD1A373C8CD}"/>
          </ac:spMkLst>
        </pc:spChg>
        <pc:spChg chg="add">
          <ac:chgData name="Om Singh" userId="eb395ae4b50eec63" providerId="Windows Live" clId="Web-{6C47E661-8816-2A1E-6616-9E689E9638E8}" dt="2025-11-07T04:48:31.253" v="2"/>
          <ac:spMkLst>
            <pc:docMk/>
            <pc:sldMk cId="109857222" sldId="256"/>
            <ac:spMk id="10" creationId="{DA6C2449-5F66-4753-AAA3-4AD81E57A0E5}"/>
          </ac:spMkLst>
        </pc:spChg>
        <pc:grpChg chg="add">
          <ac:chgData name="Om Singh" userId="eb395ae4b50eec63" providerId="Windows Live" clId="Web-{6C47E661-8816-2A1E-6616-9E689E9638E8}" dt="2025-11-07T04:48:31.253" v="2"/>
          <ac:grpSpMkLst>
            <pc:docMk/>
            <pc:sldMk cId="109857222" sldId="256"/>
            <ac:grpSpMk id="12" creationId="{329F7DAB-18F4-436A-A0D8-61013DEB6F50}"/>
          </ac:grpSpMkLst>
        </pc:grpChg>
      </pc:sldChg>
      <pc:sldChg chg="addSp delSp modSp mod setBg modClrScheme chgLayout">
        <pc:chgData name="Om Singh" userId="eb395ae4b50eec63" providerId="Windows Live" clId="Web-{6C47E661-8816-2A1E-6616-9E689E9638E8}" dt="2025-11-07T04:49:04.660" v="5"/>
        <pc:sldMkLst>
          <pc:docMk/>
          <pc:sldMk cId="2753142915" sldId="257"/>
        </pc:sldMkLst>
        <pc:spChg chg="mod ord">
          <ac:chgData name="Om Singh" userId="eb395ae4b50eec63" providerId="Windows Live" clId="Web-{6C47E661-8816-2A1E-6616-9E689E9638E8}" dt="2025-11-07T04:49:04.660" v="5"/>
          <ac:spMkLst>
            <pc:docMk/>
            <pc:sldMk cId="2753142915" sldId="257"/>
            <ac:spMk id="2" creationId="{CF39FCFB-5522-0A86-5305-769E89E41B31}"/>
          </ac:spMkLst>
        </pc:spChg>
        <pc:spChg chg="add">
          <ac:chgData name="Om Singh" userId="eb395ae4b50eec63" providerId="Windows Live" clId="Web-{6C47E661-8816-2A1E-6616-9E689E9638E8}" dt="2025-11-07T04:49:04.660" v="5"/>
          <ac:spMkLst>
            <pc:docMk/>
            <pc:sldMk cId="2753142915" sldId="257"/>
            <ac:spMk id="21" creationId="{103AE710-7D3C-454B-82CF-49B0093E9892}"/>
          </ac:spMkLst>
        </pc:spChg>
        <pc:spChg chg="add">
          <ac:chgData name="Om Singh" userId="eb395ae4b50eec63" providerId="Windows Live" clId="Web-{6C47E661-8816-2A1E-6616-9E689E9638E8}" dt="2025-11-07T04:49:04.660" v="5"/>
          <ac:spMkLst>
            <pc:docMk/>
            <pc:sldMk cId="2753142915" sldId="257"/>
            <ac:spMk id="22" creationId="{039CC2B4-028D-4241-812D-86DEFC665CEB}"/>
          </ac:spMkLst>
        </pc:spChg>
        <pc:grpChg chg="add">
          <ac:chgData name="Om Singh" userId="eb395ae4b50eec63" providerId="Windows Live" clId="Web-{6C47E661-8816-2A1E-6616-9E689E9638E8}" dt="2025-11-07T04:49:04.660" v="5"/>
          <ac:grpSpMkLst>
            <pc:docMk/>
            <pc:sldMk cId="2753142915" sldId="257"/>
            <ac:grpSpMk id="23" creationId="{CA13242B-E02E-4DE0-859A-2A46B775FBD7}"/>
          </ac:grpSpMkLst>
        </pc:grpChg>
        <pc:graphicFrameChg chg="add">
          <ac:chgData name="Om Singh" userId="eb395ae4b50eec63" providerId="Windows Live" clId="Web-{6C47E661-8816-2A1E-6616-9E689E9638E8}" dt="2025-11-07T04:49:04.660" v="5"/>
          <ac:graphicFrameMkLst>
            <pc:docMk/>
            <pc:sldMk cId="2753142915" sldId="257"/>
            <ac:graphicFrameMk id="24" creationId="{AAA6E149-148A-BB8C-EEB0-224707B19E10}"/>
          </ac:graphicFrameMkLst>
        </pc:graphicFrameChg>
      </pc:sldChg>
      <pc:sldChg chg="addSp delSp modSp mod modClrScheme chgLayout">
        <pc:chgData name="Om Singh" userId="eb395ae4b50eec63" providerId="Windows Live" clId="Web-{6C47E661-8816-2A1E-6616-9E689E9638E8}" dt="2025-11-07T04:49:19.629" v="6"/>
        <pc:sldMkLst>
          <pc:docMk/>
          <pc:sldMk cId="466541508" sldId="258"/>
        </pc:sldMkLst>
        <pc:spChg chg="mod ord">
          <ac:chgData name="Om Singh" userId="eb395ae4b50eec63" providerId="Windows Live" clId="Web-{6C47E661-8816-2A1E-6616-9E689E9638E8}" dt="2025-11-07T04:48:00.144" v="1"/>
          <ac:spMkLst>
            <pc:docMk/>
            <pc:sldMk cId="466541508" sldId="258"/>
            <ac:spMk id="2" creationId="{9F4747EB-8A2A-5D2F-EF5E-6F032D2C8BC6}"/>
          </ac:spMkLst>
        </pc:spChg>
        <pc:graphicFrameChg chg="add">
          <ac:chgData name="Om Singh" userId="eb395ae4b50eec63" providerId="Windows Live" clId="Web-{6C47E661-8816-2A1E-6616-9E689E9638E8}" dt="2025-11-07T04:49:19.629" v="6"/>
          <ac:graphicFrameMkLst>
            <pc:docMk/>
            <pc:sldMk cId="466541508" sldId="258"/>
            <ac:graphicFrameMk id="5" creationId="{E78A7D5C-28DA-BDE2-991D-8DAB922A83C4}"/>
          </ac:graphicFrameMkLst>
        </pc:graphicFrameChg>
      </pc:sldChg>
      <pc:sldChg chg="addSp modSp mod setBg modClrScheme setClrOvrMap chgLayout">
        <pc:chgData name="Om Singh" userId="eb395ae4b50eec63" providerId="Windows Live" clId="Web-{6C47E661-8816-2A1E-6616-9E689E9638E8}" dt="2025-11-07T04:53:59.645" v="7"/>
        <pc:sldMkLst>
          <pc:docMk/>
          <pc:sldMk cId="184203840" sldId="259"/>
        </pc:sldMkLst>
        <pc:spChg chg="mod ord">
          <ac:chgData name="Om Singh" userId="eb395ae4b50eec63" providerId="Windows Live" clId="Web-{6C47E661-8816-2A1E-6616-9E689E9638E8}" dt="2025-11-07T04:53:59.645" v="7"/>
          <ac:spMkLst>
            <pc:docMk/>
            <pc:sldMk cId="184203840" sldId="259"/>
            <ac:spMk id="2" creationId="{B173FEF7-D58B-D297-9E26-928E67D3EB5E}"/>
          </ac:spMkLst>
        </pc:spChg>
        <pc:spChg chg="mod ord">
          <ac:chgData name="Om Singh" userId="eb395ae4b50eec63" providerId="Windows Live" clId="Web-{6C47E661-8816-2A1E-6616-9E689E9638E8}" dt="2025-11-07T04:53:59.645" v="7"/>
          <ac:spMkLst>
            <pc:docMk/>
            <pc:sldMk cId="184203840" sldId="259"/>
            <ac:spMk id="3" creationId="{92ACEA29-9351-FE54-FD6C-996E3BB77721}"/>
          </ac:spMkLst>
        </pc:spChg>
        <pc:spChg chg="add">
          <ac:chgData name="Om Singh" userId="eb395ae4b50eec63" providerId="Windows Live" clId="Web-{6C47E661-8816-2A1E-6616-9E689E9638E8}" dt="2025-11-07T04:53:59.645" v="7"/>
          <ac:spMkLst>
            <pc:docMk/>
            <pc:sldMk cId="184203840" sldId="259"/>
            <ac:spMk id="8" creationId="{F659138C-74A1-445B-848C-3608AE871A9F}"/>
          </ac:spMkLst>
        </pc:spChg>
        <pc:spChg chg="add">
          <ac:chgData name="Om Singh" userId="eb395ae4b50eec63" providerId="Windows Live" clId="Web-{6C47E661-8816-2A1E-6616-9E689E9638E8}" dt="2025-11-07T04:53:59.645" v="7"/>
          <ac:spMkLst>
            <pc:docMk/>
            <pc:sldMk cId="184203840" sldId="259"/>
            <ac:spMk id="18" creationId="{225F4217-4021-45A0-812B-398F9A7A93F9}"/>
          </ac:spMkLst>
        </pc:spChg>
        <pc:grpChg chg="add">
          <ac:chgData name="Om Singh" userId="eb395ae4b50eec63" providerId="Windows Live" clId="Web-{6C47E661-8816-2A1E-6616-9E689E9638E8}" dt="2025-11-07T04:53:59.645" v="7"/>
          <ac:grpSpMkLst>
            <pc:docMk/>
            <pc:sldMk cId="184203840" sldId="259"/>
            <ac:grpSpMk id="10" creationId="{7DFD7409-66D7-4C9C-B528-E79EB64A4D31}"/>
          </ac:grpSpMkLst>
        </pc:grpChg>
        <pc:cxnChg chg="add">
          <ac:chgData name="Om Singh" userId="eb395ae4b50eec63" providerId="Windows Live" clId="Web-{6C47E661-8816-2A1E-6616-9E689E9638E8}" dt="2025-11-07T04:53:59.645" v="7"/>
          <ac:cxnSpMkLst>
            <pc:docMk/>
            <pc:sldMk cId="184203840" sldId="259"/>
            <ac:cxnSpMk id="20" creationId="{486F4EBC-E415-40E4-A8BA-BA66F0B632CB}"/>
          </ac:cxnSpMkLst>
        </pc:cxnChg>
      </pc:sldChg>
      <pc:sldChg chg="addSp delSp modSp mod setBg modClrScheme chgLayout">
        <pc:chgData name="Om Singh" userId="eb395ae4b50eec63" providerId="Windows Live" clId="Web-{6C47E661-8816-2A1E-6616-9E689E9638E8}" dt="2025-11-07T04:55:55.600" v="8"/>
        <pc:sldMkLst>
          <pc:docMk/>
          <pc:sldMk cId="1789795382" sldId="260"/>
        </pc:sldMkLst>
        <pc:spChg chg="mod ord">
          <ac:chgData name="Om Singh" userId="eb395ae4b50eec63" providerId="Windows Live" clId="Web-{6C47E661-8816-2A1E-6616-9E689E9638E8}" dt="2025-11-07T04:55:55.600" v="8"/>
          <ac:spMkLst>
            <pc:docMk/>
            <pc:sldMk cId="1789795382" sldId="260"/>
            <ac:spMk id="2" creationId="{158A81C0-03F7-F945-85FA-4B4550127B91}"/>
          </ac:spMkLst>
        </pc:spChg>
        <pc:spChg chg="add">
          <ac:chgData name="Om Singh" userId="eb395ae4b50eec63" providerId="Windows Live" clId="Web-{6C47E661-8816-2A1E-6616-9E689E9638E8}" dt="2025-11-07T04:55:55.600" v="8"/>
          <ac:spMkLst>
            <pc:docMk/>
            <pc:sldMk cId="1789795382" sldId="260"/>
            <ac:spMk id="9" creationId="{86A198EF-6B7D-4B36-8666-4EE5A3BC45B7}"/>
          </ac:spMkLst>
        </pc:spChg>
        <pc:spChg chg="add">
          <ac:chgData name="Om Singh" userId="eb395ae4b50eec63" providerId="Windows Live" clId="Web-{6C47E661-8816-2A1E-6616-9E689E9638E8}" dt="2025-11-07T04:55:55.600" v="8"/>
          <ac:spMkLst>
            <pc:docMk/>
            <pc:sldMk cId="1789795382" sldId="260"/>
            <ac:spMk id="11" creationId="{17348318-06B3-4581-BDC7-8BB5ACC0DDF9}"/>
          </ac:spMkLst>
        </pc:spChg>
        <pc:grpChg chg="add">
          <ac:chgData name="Om Singh" userId="eb395ae4b50eec63" providerId="Windows Live" clId="Web-{6C47E661-8816-2A1E-6616-9E689E9638E8}" dt="2025-11-07T04:55:55.600" v="8"/>
          <ac:grpSpMkLst>
            <pc:docMk/>
            <pc:sldMk cId="1789795382" sldId="260"/>
            <ac:grpSpMk id="13" creationId="{284EDEE4-D512-4009-8EEF-CE63D5996DC2}"/>
          </ac:grpSpMkLst>
        </pc:grpChg>
        <pc:graphicFrameChg chg="add">
          <ac:chgData name="Om Singh" userId="eb395ae4b50eec63" providerId="Windows Live" clId="Web-{6C47E661-8816-2A1E-6616-9E689E9638E8}" dt="2025-11-07T04:55:55.600" v="8"/>
          <ac:graphicFrameMkLst>
            <pc:docMk/>
            <pc:sldMk cId="1789795382" sldId="260"/>
            <ac:graphicFrameMk id="5" creationId="{22BFBFA6-EFD9-83AE-E50C-925B56634FA5}"/>
          </ac:graphicFrameMkLst>
        </pc:graphicFrameChg>
      </pc:sldChg>
      <pc:sldChg chg="addSp delSp modSp mod setBg modClrScheme chgLayout">
        <pc:chgData name="Om Singh" userId="eb395ae4b50eec63" providerId="Windows Live" clId="Web-{6C47E661-8816-2A1E-6616-9E689E9638E8}" dt="2025-11-07T04:56:30.445" v="11"/>
        <pc:sldMkLst>
          <pc:docMk/>
          <pc:sldMk cId="3314004490" sldId="261"/>
        </pc:sldMkLst>
        <pc:spChg chg="mod ord">
          <ac:chgData name="Om Singh" userId="eb395ae4b50eec63" providerId="Windows Live" clId="Web-{6C47E661-8816-2A1E-6616-9E689E9638E8}" dt="2025-11-07T04:56:30.445" v="11"/>
          <ac:spMkLst>
            <pc:docMk/>
            <pc:sldMk cId="3314004490" sldId="261"/>
            <ac:spMk id="2" creationId="{022B1C42-7E52-ED5F-8E79-0E35AD20FB16}"/>
          </ac:spMkLst>
        </pc:spChg>
        <pc:spChg chg="add">
          <ac:chgData name="Om Singh" userId="eb395ae4b50eec63" providerId="Windows Live" clId="Web-{6C47E661-8816-2A1E-6616-9E689E9638E8}" dt="2025-11-07T04:56:30.445" v="11"/>
          <ac:spMkLst>
            <pc:docMk/>
            <pc:sldMk cId="3314004490" sldId="261"/>
            <ac:spMk id="21" creationId="{86A198EF-6B7D-4B36-8666-4EE5A3BC45B7}"/>
          </ac:spMkLst>
        </pc:spChg>
        <pc:spChg chg="add">
          <ac:chgData name="Om Singh" userId="eb395ae4b50eec63" providerId="Windows Live" clId="Web-{6C47E661-8816-2A1E-6616-9E689E9638E8}" dt="2025-11-07T04:56:30.445" v="11"/>
          <ac:spMkLst>
            <pc:docMk/>
            <pc:sldMk cId="3314004490" sldId="261"/>
            <ac:spMk id="22" creationId="{17348318-06B3-4581-BDC7-8BB5ACC0DDF9}"/>
          </ac:spMkLst>
        </pc:spChg>
        <pc:grpChg chg="add">
          <ac:chgData name="Om Singh" userId="eb395ae4b50eec63" providerId="Windows Live" clId="Web-{6C47E661-8816-2A1E-6616-9E689E9638E8}" dt="2025-11-07T04:56:30.445" v="11"/>
          <ac:grpSpMkLst>
            <pc:docMk/>
            <pc:sldMk cId="3314004490" sldId="261"/>
            <ac:grpSpMk id="23" creationId="{284EDEE4-D512-4009-8EEF-CE63D5996DC2}"/>
          </ac:grpSpMkLst>
        </pc:grpChg>
        <pc:graphicFrameChg chg="add">
          <ac:chgData name="Om Singh" userId="eb395ae4b50eec63" providerId="Windows Live" clId="Web-{6C47E661-8816-2A1E-6616-9E689E9638E8}" dt="2025-11-07T04:56:30.445" v="11"/>
          <ac:graphicFrameMkLst>
            <pc:docMk/>
            <pc:sldMk cId="3314004490" sldId="261"/>
            <ac:graphicFrameMk id="24" creationId="{D014DE0F-48B2-59E4-3655-C2ACB3655312}"/>
          </ac:graphicFrameMkLst>
        </pc:graphicFrameChg>
      </pc:sldChg>
      <pc:sldChg chg="addSp modSp mod setBg modClrScheme setClrOvrMap chgLayout">
        <pc:chgData name="Om Singh" userId="eb395ae4b50eec63" providerId="Windows Live" clId="Web-{6C47E661-8816-2A1E-6616-9E689E9638E8}" dt="2025-11-07T04:57:03.243" v="12"/>
        <pc:sldMkLst>
          <pc:docMk/>
          <pc:sldMk cId="4220844152" sldId="262"/>
        </pc:sldMkLst>
        <pc:spChg chg="mod or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2" creationId="{552BC541-2FEF-C0E3-B946-8C95E9884650}"/>
          </ac:spMkLst>
        </pc:spChg>
        <pc:spChg chg="mod or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3" creationId="{2349974B-D459-BD89-FC2A-7ADB7D5C1F4F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8" creationId="{4B136A7F-8703-4FA7-80B1-874F5E75835C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10" creationId="{716B2278-BFC9-43BE-9620-278464A4ABA9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12" creationId="{E4CD00E4-F77A-49A5-A54B-A542D0DE5D1A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14" creationId="{17158038-9069-44CB-8794-762B5429B9FE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16" creationId="{045056AB-07D8-43D9-9343-AB85199AEA75}"/>
          </ac:spMkLst>
        </pc:spChg>
        <pc:spChg chg="add">
          <ac:chgData name="Om Singh" userId="eb395ae4b50eec63" providerId="Windows Live" clId="Web-{6C47E661-8816-2A1E-6616-9E689E9638E8}" dt="2025-11-07T04:57:03.243" v="12"/>
          <ac:spMkLst>
            <pc:docMk/>
            <pc:sldMk cId="4220844152" sldId="262"/>
            <ac:spMk id="18" creationId="{E83D8662-D21C-4B0A-A8A5-EA1E5DEBC579}"/>
          </ac:spMkLst>
        </pc:spChg>
      </pc:sldChg>
      <pc:sldChg chg="addSp delSp modSp mod setBg modClrScheme chgLayout">
        <pc:chgData name="Om Singh" userId="eb395ae4b50eec63" providerId="Windows Live" clId="Web-{6C47E661-8816-2A1E-6616-9E689E9638E8}" dt="2025-11-07T04:57:15.946" v="13"/>
        <pc:sldMkLst>
          <pc:docMk/>
          <pc:sldMk cId="1142687255" sldId="263"/>
        </pc:sldMkLst>
        <pc:spChg chg="mod ord">
          <ac:chgData name="Om Singh" userId="eb395ae4b50eec63" providerId="Windows Live" clId="Web-{6C47E661-8816-2A1E-6616-9E689E9638E8}" dt="2025-11-07T04:57:15.946" v="13"/>
          <ac:spMkLst>
            <pc:docMk/>
            <pc:sldMk cId="1142687255" sldId="263"/>
            <ac:spMk id="2" creationId="{9B2B1185-72EB-6D1E-1E06-1C654F5EE13F}"/>
          </ac:spMkLst>
        </pc:spChg>
        <pc:graphicFrameChg chg="add">
          <ac:chgData name="Om Singh" userId="eb395ae4b50eec63" providerId="Windows Live" clId="Web-{6C47E661-8816-2A1E-6616-9E689E9638E8}" dt="2025-11-07T04:57:15.946" v="13"/>
          <ac:graphicFrameMkLst>
            <pc:docMk/>
            <pc:sldMk cId="1142687255" sldId="263"/>
            <ac:graphicFrameMk id="5" creationId="{38A987AD-9C7E-5D13-FE9A-1DB973B496DE}"/>
          </ac:graphicFrameMkLst>
        </pc:graphicFrameChg>
      </pc:sldChg>
      <pc:sldChg chg="addSp modSp mod setBg modClrScheme chgLayout">
        <pc:chgData name="Om Singh" userId="eb395ae4b50eec63" providerId="Windows Live" clId="Web-{6C47E661-8816-2A1E-6616-9E689E9638E8}" dt="2025-11-07T04:57:30.587" v="14"/>
        <pc:sldMkLst>
          <pc:docMk/>
          <pc:sldMk cId="2660330071" sldId="264"/>
        </pc:sldMkLst>
        <pc:spChg chg="mod ord">
          <ac:chgData name="Om Singh" userId="eb395ae4b50eec63" providerId="Windows Live" clId="Web-{6C47E661-8816-2A1E-6616-9E689E9638E8}" dt="2025-11-07T04:57:30.587" v="14"/>
          <ac:spMkLst>
            <pc:docMk/>
            <pc:sldMk cId="2660330071" sldId="264"/>
            <ac:spMk id="2" creationId="{7F1A779F-CEA5-FE9B-307D-D97E0B1B6A07}"/>
          </ac:spMkLst>
        </pc:spChg>
        <pc:spChg chg="mod ord">
          <ac:chgData name="Om Singh" userId="eb395ae4b50eec63" providerId="Windows Live" clId="Web-{6C47E661-8816-2A1E-6616-9E689E9638E8}" dt="2025-11-07T04:57:30.587" v="14"/>
          <ac:spMkLst>
            <pc:docMk/>
            <pc:sldMk cId="2660330071" sldId="264"/>
            <ac:spMk id="3" creationId="{F0662F78-C34A-40A7-18AA-0CF9C3B7EC08}"/>
          </ac:spMkLst>
        </pc:spChg>
        <pc:spChg chg="add">
          <ac:chgData name="Om Singh" userId="eb395ae4b50eec63" providerId="Windows Live" clId="Web-{6C47E661-8816-2A1E-6616-9E689E9638E8}" dt="2025-11-07T04:57:30.587" v="14"/>
          <ac:spMkLst>
            <pc:docMk/>
            <pc:sldMk cId="2660330071" sldId="264"/>
            <ac:spMk id="8" creationId="{C8643778-7F6C-4E8D-84D1-D5CDB9928191}"/>
          </ac:spMkLst>
        </pc:spChg>
        <pc:spChg chg="add">
          <ac:chgData name="Om Singh" userId="eb395ae4b50eec63" providerId="Windows Live" clId="Web-{6C47E661-8816-2A1E-6616-9E689E9638E8}" dt="2025-11-07T04:57:30.587" v="14"/>
          <ac:spMkLst>
            <pc:docMk/>
            <pc:sldMk cId="2660330071" sldId="264"/>
            <ac:spMk id="10" creationId="{1D22F88D-6907-48AF-B024-346E855E0D96}"/>
          </ac:spMkLst>
        </pc:spChg>
        <pc:grpChg chg="add">
          <ac:chgData name="Om Singh" userId="eb395ae4b50eec63" providerId="Windows Live" clId="Web-{6C47E661-8816-2A1E-6616-9E689E9638E8}" dt="2025-11-07T04:57:30.587" v="14"/>
          <ac:grpSpMkLst>
            <pc:docMk/>
            <pc:sldMk cId="2660330071" sldId="264"/>
            <ac:grpSpMk id="12" creationId="{F3842748-48B5-4DD0-A06A-A31C74024A99}"/>
          </ac:grpSpMkLst>
        </pc:grpChg>
      </pc:sldChg>
      <pc:sldChg chg="addSp delSp modSp mod setBg modClrScheme chgLayout">
        <pc:chgData name="Om Singh" userId="eb395ae4b50eec63" providerId="Windows Live" clId="Web-{6C47E661-8816-2A1E-6616-9E689E9638E8}" dt="2025-11-07T04:57:50.369" v="17"/>
        <pc:sldMkLst>
          <pc:docMk/>
          <pc:sldMk cId="3841943815" sldId="265"/>
        </pc:sldMkLst>
        <pc:spChg chg="mod ord">
          <ac:chgData name="Om Singh" userId="eb395ae4b50eec63" providerId="Windows Live" clId="Web-{6C47E661-8816-2A1E-6616-9E689E9638E8}" dt="2025-11-07T04:57:50.338" v="16"/>
          <ac:spMkLst>
            <pc:docMk/>
            <pc:sldMk cId="3841943815" sldId="265"/>
            <ac:spMk id="2" creationId="{C53F23CC-E818-1591-C981-DE2414596321}"/>
          </ac:spMkLst>
        </pc:spChg>
        <pc:graphicFrameChg chg="add">
          <ac:chgData name="Om Singh" userId="eb395ae4b50eec63" providerId="Windows Live" clId="Web-{6C47E661-8816-2A1E-6616-9E689E9638E8}" dt="2025-11-07T04:57:50.369" v="17"/>
          <ac:graphicFrameMkLst>
            <pc:docMk/>
            <pc:sldMk cId="3841943815" sldId="265"/>
            <ac:graphicFrameMk id="21" creationId="{2757C59A-AE4E-E085-7DBB-26BE09882DAD}"/>
          </ac:graphicFrameMkLst>
        </pc:graphicFrameChg>
      </pc:sldChg>
      <pc:sldChg chg="addSp modSp mod setBg modClrScheme chgLayout">
        <pc:chgData name="Om Singh" userId="eb395ae4b50eec63" providerId="Windows Live" clId="Web-{6C47E661-8816-2A1E-6616-9E689E9638E8}" dt="2025-11-07T04:58:05.807" v="18"/>
        <pc:sldMkLst>
          <pc:docMk/>
          <pc:sldMk cId="219257833" sldId="266"/>
        </pc:sldMkLst>
        <pc:spChg chg="mod ord">
          <ac:chgData name="Om Singh" userId="eb395ae4b50eec63" providerId="Windows Live" clId="Web-{6C47E661-8816-2A1E-6616-9E689E9638E8}" dt="2025-11-07T04:58:05.807" v="18"/>
          <ac:spMkLst>
            <pc:docMk/>
            <pc:sldMk cId="219257833" sldId="266"/>
            <ac:spMk id="2" creationId="{98A2522E-F58E-4374-F3FF-53BE054D8BC3}"/>
          </ac:spMkLst>
        </pc:spChg>
        <pc:spChg chg="mod ord">
          <ac:chgData name="Om Singh" userId="eb395ae4b50eec63" providerId="Windows Live" clId="Web-{6C47E661-8816-2A1E-6616-9E689E9638E8}" dt="2025-11-07T04:58:05.807" v="18"/>
          <ac:spMkLst>
            <pc:docMk/>
            <pc:sldMk cId="219257833" sldId="266"/>
            <ac:spMk id="3" creationId="{F06D6593-458E-3766-DF68-806A81F11775}"/>
          </ac:spMkLst>
        </pc:spChg>
        <pc:spChg chg="add">
          <ac:chgData name="Om Singh" userId="eb395ae4b50eec63" providerId="Windows Live" clId="Web-{6C47E661-8816-2A1E-6616-9E689E9638E8}" dt="2025-11-07T04:58:05.807" v="18"/>
          <ac:spMkLst>
            <pc:docMk/>
            <pc:sldMk cId="219257833" sldId="266"/>
            <ac:spMk id="8" creationId="{C8643778-7F6C-4E8D-84D1-D5CDB9928191}"/>
          </ac:spMkLst>
        </pc:spChg>
        <pc:spChg chg="add">
          <ac:chgData name="Om Singh" userId="eb395ae4b50eec63" providerId="Windows Live" clId="Web-{6C47E661-8816-2A1E-6616-9E689E9638E8}" dt="2025-11-07T04:58:05.807" v="18"/>
          <ac:spMkLst>
            <pc:docMk/>
            <pc:sldMk cId="219257833" sldId="266"/>
            <ac:spMk id="10" creationId="{1D22F88D-6907-48AF-B024-346E855E0D96}"/>
          </ac:spMkLst>
        </pc:spChg>
        <pc:grpChg chg="add">
          <ac:chgData name="Om Singh" userId="eb395ae4b50eec63" providerId="Windows Live" clId="Web-{6C47E661-8816-2A1E-6616-9E689E9638E8}" dt="2025-11-07T04:58:05.807" v="18"/>
          <ac:grpSpMkLst>
            <pc:docMk/>
            <pc:sldMk cId="219257833" sldId="266"/>
            <ac:grpSpMk id="12" creationId="{F3842748-48B5-4DD0-A06A-A31C74024A99}"/>
          </ac:grpSpMkLst>
        </pc:grpChg>
      </pc:sldChg>
      <pc:sldChg chg="addSp delSp modSp mod setBg modClrScheme chgLayout">
        <pc:chgData name="Om Singh" userId="eb395ae4b50eec63" providerId="Windows Live" clId="Web-{6C47E661-8816-2A1E-6616-9E689E9638E8}" dt="2025-11-07T04:58:15.807" v="19"/>
        <pc:sldMkLst>
          <pc:docMk/>
          <pc:sldMk cId="2186721422" sldId="267"/>
        </pc:sldMkLst>
        <pc:spChg chg="mod ord">
          <ac:chgData name="Om Singh" userId="eb395ae4b50eec63" providerId="Windows Live" clId="Web-{6C47E661-8816-2A1E-6616-9E689E9638E8}" dt="2025-11-07T04:58:15.807" v="19"/>
          <ac:spMkLst>
            <pc:docMk/>
            <pc:sldMk cId="2186721422" sldId="267"/>
            <ac:spMk id="2" creationId="{8B7C629F-847F-BA3C-3F82-42F5B5086418}"/>
          </ac:spMkLst>
        </pc:spChg>
        <pc:spChg chg="add">
          <ac:chgData name="Om Singh" userId="eb395ae4b50eec63" providerId="Windows Live" clId="Web-{6C47E661-8816-2A1E-6616-9E689E9638E8}" dt="2025-11-07T04:58:15.807" v="19"/>
          <ac:spMkLst>
            <pc:docMk/>
            <pc:sldMk cId="2186721422" sldId="267"/>
            <ac:spMk id="9" creationId="{103AE710-7D3C-454B-82CF-49B0093E9892}"/>
          </ac:spMkLst>
        </pc:spChg>
        <pc:spChg chg="add">
          <ac:chgData name="Om Singh" userId="eb395ae4b50eec63" providerId="Windows Live" clId="Web-{6C47E661-8816-2A1E-6616-9E689E9638E8}" dt="2025-11-07T04:58:15.807" v="19"/>
          <ac:spMkLst>
            <pc:docMk/>
            <pc:sldMk cId="2186721422" sldId="267"/>
            <ac:spMk id="11" creationId="{039CC2B4-028D-4241-812D-86DEFC665CEB}"/>
          </ac:spMkLst>
        </pc:spChg>
        <pc:grpChg chg="add">
          <ac:chgData name="Om Singh" userId="eb395ae4b50eec63" providerId="Windows Live" clId="Web-{6C47E661-8816-2A1E-6616-9E689E9638E8}" dt="2025-11-07T04:58:15.807" v="19"/>
          <ac:grpSpMkLst>
            <pc:docMk/>
            <pc:sldMk cId="2186721422" sldId="267"/>
            <ac:grpSpMk id="13" creationId="{CA13242B-E02E-4DE0-859A-2A46B775FBD7}"/>
          </ac:grpSpMkLst>
        </pc:grpChg>
        <pc:graphicFrameChg chg="add">
          <ac:chgData name="Om Singh" userId="eb395ae4b50eec63" providerId="Windows Live" clId="Web-{6C47E661-8816-2A1E-6616-9E689E9638E8}" dt="2025-11-07T04:58:15.807" v="19"/>
          <ac:graphicFrameMkLst>
            <pc:docMk/>
            <pc:sldMk cId="2186721422" sldId="267"/>
            <ac:graphicFrameMk id="5" creationId="{CE70940A-068B-5872-5B96-A17B2E1FCF2A}"/>
          </ac:graphicFrameMkLst>
        </pc:graphicFrameChg>
      </pc:sldChg>
      <pc:sldChg chg="addSp delSp modSp mod modClrScheme chgLayout">
        <pc:chgData name="Om Singh" userId="eb395ae4b50eec63" providerId="Windows Live" clId="Web-{6C47E661-8816-2A1E-6616-9E689E9638E8}" dt="2025-11-07T04:58:35.464" v="20"/>
        <pc:sldMkLst>
          <pc:docMk/>
          <pc:sldMk cId="734698404" sldId="268"/>
        </pc:sldMkLst>
        <pc:spChg chg="mod ord">
          <ac:chgData name="Om Singh" userId="eb395ae4b50eec63" providerId="Windows Live" clId="Web-{6C47E661-8816-2A1E-6616-9E689E9638E8}" dt="2025-11-07T04:48:00.144" v="1"/>
          <ac:spMkLst>
            <pc:docMk/>
            <pc:sldMk cId="734698404" sldId="268"/>
            <ac:spMk id="2" creationId="{485EDE1C-0626-7C94-B37A-6E32A112988C}"/>
          </ac:spMkLst>
        </pc:spChg>
        <pc:graphicFrameChg chg="add">
          <ac:chgData name="Om Singh" userId="eb395ae4b50eec63" providerId="Windows Live" clId="Web-{6C47E661-8816-2A1E-6616-9E689E9638E8}" dt="2025-11-07T04:58:35.464" v="20"/>
          <ac:graphicFrameMkLst>
            <pc:docMk/>
            <pc:sldMk cId="734698404" sldId="268"/>
            <ac:graphicFrameMk id="5" creationId="{685FC409-A483-EEEC-1DAE-BA438C478C14}"/>
          </ac:graphicFrameMkLst>
        </pc:graphicFrameChg>
      </pc:sldChg>
      <pc:sldChg chg="addSp delSp modSp mod modClrScheme chgLayout">
        <pc:chgData name="Om Singh" userId="eb395ae4b50eec63" providerId="Windows Live" clId="Web-{6C47E661-8816-2A1E-6616-9E689E9638E8}" dt="2025-11-07T04:58:56.511" v="23"/>
        <pc:sldMkLst>
          <pc:docMk/>
          <pc:sldMk cId="353261638" sldId="269"/>
        </pc:sldMkLst>
        <pc:spChg chg="mod ord">
          <ac:chgData name="Om Singh" userId="eb395ae4b50eec63" providerId="Windows Live" clId="Web-{6C47E661-8816-2A1E-6616-9E689E9638E8}" dt="2025-11-07T04:48:00.144" v="1"/>
          <ac:spMkLst>
            <pc:docMk/>
            <pc:sldMk cId="353261638" sldId="269"/>
            <ac:spMk id="2" creationId="{A773FA85-2E09-444E-3A00-5C53A5E3B7D4}"/>
          </ac:spMkLst>
        </pc:spChg>
        <pc:graphicFrameChg chg="add">
          <ac:chgData name="Om Singh" userId="eb395ae4b50eec63" providerId="Windows Live" clId="Web-{6C47E661-8816-2A1E-6616-9E689E9638E8}" dt="2025-11-07T04:58:56.511" v="23"/>
          <ac:graphicFrameMkLst>
            <pc:docMk/>
            <pc:sldMk cId="353261638" sldId="269"/>
            <ac:graphicFrameMk id="7" creationId="{72B605D1-F7D9-C08C-F3EE-464ED251A556}"/>
          </ac:graphicFrameMkLst>
        </pc:graphicFrameChg>
      </pc:sldChg>
      <pc:sldChg chg="addSp modSp mod setBg modClrScheme setClrOvrMap chgLayout">
        <pc:chgData name="Om Singh" userId="eb395ae4b50eec63" providerId="Windows Live" clId="Web-{6C47E661-8816-2A1E-6616-9E689E9638E8}" dt="2025-11-07T04:59:14.136" v="24"/>
        <pc:sldMkLst>
          <pc:docMk/>
          <pc:sldMk cId="1075478711" sldId="270"/>
        </pc:sldMkLst>
        <pc:spChg chg="mod or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2" creationId="{BE01E673-9E2D-027E-8CED-C125A2510D52}"/>
          </ac:spMkLst>
        </pc:spChg>
        <pc:spChg chg="mod or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3" creationId="{5E2305CF-E3E2-25BA-15BB-57F066CB9BE3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8" creationId="{4B136A7F-8703-4FA7-80B1-874F5E75835C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10" creationId="{716B2278-BFC9-43BE-9620-278464A4ABA9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12" creationId="{E4CD00E4-F77A-49A5-A54B-A542D0DE5D1A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14" creationId="{17158038-9069-44CB-8794-762B5429B9FE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16" creationId="{045056AB-07D8-43D9-9343-AB85199AEA75}"/>
          </ac:spMkLst>
        </pc:spChg>
        <pc:spChg chg="add">
          <ac:chgData name="Om Singh" userId="eb395ae4b50eec63" providerId="Windows Live" clId="Web-{6C47E661-8816-2A1E-6616-9E689E9638E8}" dt="2025-11-07T04:59:14.136" v="24"/>
          <ac:spMkLst>
            <pc:docMk/>
            <pc:sldMk cId="1075478711" sldId="270"/>
            <ac:spMk id="18" creationId="{E83D8662-D21C-4B0A-A8A5-EA1E5DEBC579}"/>
          </ac:spMkLst>
        </pc:spChg>
      </pc:sldChg>
      <pc:sldChg chg="addSp modSp mod setBg modClrScheme chgLayout">
        <pc:chgData name="Om Singh" userId="eb395ae4b50eec63" providerId="Windows Live" clId="Web-{6C47E661-8816-2A1E-6616-9E689E9638E8}" dt="2025-11-07T04:59:26.918" v="25"/>
        <pc:sldMkLst>
          <pc:docMk/>
          <pc:sldMk cId="2799269081" sldId="271"/>
        </pc:sldMkLst>
        <pc:spChg chg="mod ord">
          <ac:chgData name="Om Singh" userId="eb395ae4b50eec63" providerId="Windows Live" clId="Web-{6C47E661-8816-2A1E-6616-9E689E9638E8}" dt="2025-11-07T04:59:26.918" v="25"/>
          <ac:spMkLst>
            <pc:docMk/>
            <pc:sldMk cId="2799269081" sldId="271"/>
            <ac:spMk id="2" creationId="{433AE154-A206-AA3C-13F6-1E826970E91A}"/>
          </ac:spMkLst>
        </pc:spChg>
        <pc:spChg chg="mod ord">
          <ac:chgData name="Om Singh" userId="eb395ae4b50eec63" providerId="Windows Live" clId="Web-{6C47E661-8816-2A1E-6616-9E689E9638E8}" dt="2025-11-07T04:59:26.918" v="25"/>
          <ac:spMkLst>
            <pc:docMk/>
            <pc:sldMk cId="2799269081" sldId="271"/>
            <ac:spMk id="3" creationId="{A7500207-C59B-29D6-9358-530B5F9FF1E9}"/>
          </ac:spMkLst>
        </pc:spChg>
        <pc:spChg chg="add">
          <ac:chgData name="Om Singh" userId="eb395ae4b50eec63" providerId="Windows Live" clId="Web-{6C47E661-8816-2A1E-6616-9E689E9638E8}" dt="2025-11-07T04:59:26.918" v="25"/>
          <ac:spMkLst>
            <pc:docMk/>
            <pc:sldMk cId="2799269081" sldId="271"/>
            <ac:spMk id="8" creationId="{E03BF673-8C68-4092-BF1B-53C57EFEC21F}"/>
          </ac:spMkLst>
        </pc:spChg>
        <pc:spChg chg="add">
          <ac:chgData name="Om Singh" userId="eb395ae4b50eec63" providerId="Windows Live" clId="Web-{6C47E661-8816-2A1E-6616-9E689E9638E8}" dt="2025-11-07T04:59:26.918" v="25"/>
          <ac:spMkLst>
            <pc:docMk/>
            <pc:sldMk cId="2799269081" sldId="271"/>
            <ac:spMk id="10" creationId="{B1BDB70B-F0E6-4867-818F-C582494FB6D6}"/>
          </ac:spMkLst>
        </pc:spChg>
        <pc:grpChg chg="add">
          <ac:chgData name="Om Singh" userId="eb395ae4b50eec63" providerId="Windows Live" clId="Web-{6C47E661-8816-2A1E-6616-9E689E9638E8}" dt="2025-11-07T04:59:26.918" v="25"/>
          <ac:grpSpMkLst>
            <pc:docMk/>
            <pc:sldMk cId="2799269081" sldId="271"/>
            <ac:grpSpMk id="12" creationId="{1E52C707-F508-47B5-8864-8CC3EE0F030B}"/>
          </ac:grpSpMkLst>
        </pc:grpChg>
      </pc:sldChg>
      <pc:sldChg chg="addSp modSp mod setBg modClrScheme setClrOvrMap chgLayout">
        <pc:chgData name="Om Singh" userId="eb395ae4b50eec63" providerId="Windows Live" clId="Web-{6C47E661-8816-2A1E-6616-9E689E9638E8}" dt="2025-11-07T04:59:46.590" v="26"/>
        <pc:sldMkLst>
          <pc:docMk/>
          <pc:sldMk cId="1997156669" sldId="272"/>
        </pc:sldMkLst>
        <pc:spChg chg="mod or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2" creationId="{ECE00FE8-8C0A-0A54-05AB-E26F1ECBC439}"/>
          </ac:spMkLst>
        </pc:spChg>
        <pc:spChg chg="mod or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3" creationId="{51F59170-747B-4140-C7D6-5B5E4E84FC8C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8" creationId="{4B136A7F-8703-4FA7-80B1-874F5E75835C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10" creationId="{716B2278-BFC9-43BE-9620-278464A4ABA9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12" creationId="{E4CD00E4-F77A-49A5-A54B-A542D0DE5D1A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14" creationId="{17158038-9069-44CB-8794-762B5429B9FE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16" creationId="{045056AB-07D8-43D9-9343-AB85199AEA75}"/>
          </ac:spMkLst>
        </pc:spChg>
        <pc:spChg chg="add">
          <ac:chgData name="Om Singh" userId="eb395ae4b50eec63" providerId="Windows Live" clId="Web-{6C47E661-8816-2A1E-6616-9E689E9638E8}" dt="2025-11-07T04:59:46.590" v="26"/>
          <ac:spMkLst>
            <pc:docMk/>
            <pc:sldMk cId="1997156669" sldId="272"/>
            <ac:spMk id="18" creationId="{E83D8662-D21C-4B0A-A8A5-EA1E5DEBC579}"/>
          </ac:spMkLst>
        </pc:spChg>
      </pc:sldChg>
      <pc:sldChg chg="addSp delSp modSp mod setBg modClrScheme chgLayout">
        <pc:chgData name="Om Singh" userId="eb395ae4b50eec63" providerId="Windows Live" clId="Web-{6C47E661-8816-2A1E-6616-9E689E9638E8}" dt="2025-11-07T04:59:58.340" v="27"/>
        <pc:sldMkLst>
          <pc:docMk/>
          <pc:sldMk cId="1818772833" sldId="273"/>
        </pc:sldMkLst>
        <pc:spChg chg="mod ord">
          <ac:chgData name="Om Singh" userId="eb395ae4b50eec63" providerId="Windows Live" clId="Web-{6C47E661-8816-2A1E-6616-9E689E9638E8}" dt="2025-11-07T04:59:58.340" v="27"/>
          <ac:spMkLst>
            <pc:docMk/>
            <pc:sldMk cId="1818772833" sldId="273"/>
            <ac:spMk id="2" creationId="{B5522752-F09E-32C2-D488-6174525D4807}"/>
          </ac:spMkLst>
        </pc:spChg>
        <pc:spChg chg="add">
          <ac:chgData name="Om Singh" userId="eb395ae4b50eec63" providerId="Windows Live" clId="Web-{6C47E661-8816-2A1E-6616-9E689E9638E8}" dt="2025-11-07T04:59:58.340" v="27"/>
          <ac:spMkLst>
            <pc:docMk/>
            <pc:sldMk cId="1818772833" sldId="273"/>
            <ac:spMk id="9" creationId="{103AE710-7D3C-454B-82CF-49B0093E9892}"/>
          </ac:spMkLst>
        </pc:spChg>
        <pc:spChg chg="add">
          <ac:chgData name="Om Singh" userId="eb395ae4b50eec63" providerId="Windows Live" clId="Web-{6C47E661-8816-2A1E-6616-9E689E9638E8}" dt="2025-11-07T04:59:58.340" v="27"/>
          <ac:spMkLst>
            <pc:docMk/>
            <pc:sldMk cId="1818772833" sldId="273"/>
            <ac:spMk id="11" creationId="{039CC2B4-028D-4241-812D-86DEFC665CEB}"/>
          </ac:spMkLst>
        </pc:spChg>
        <pc:grpChg chg="add">
          <ac:chgData name="Om Singh" userId="eb395ae4b50eec63" providerId="Windows Live" clId="Web-{6C47E661-8816-2A1E-6616-9E689E9638E8}" dt="2025-11-07T04:59:58.340" v="27"/>
          <ac:grpSpMkLst>
            <pc:docMk/>
            <pc:sldMk cId="1818772833" sldId="273"/>
            <ac:grpSpMk id="13" creationId="{CA13242B-E02E-4DE0-859A-2A46B775FBD7}"/>
          </ac:grpSpMkLst>
        </pc:grpChg>
        <pc:graphicFrameChg chg="add">
          <ac:chgData name="Om Singh" userId="eb395ae4b50eec63" providerId="Windows Live" clId="Web-{6C47E661-8816-2A1E-6616-9E689E9638E8}" dt="2025-11-07T04:59:58.340" v="27"/>
          <ac:graphicFrameMkLst>
            <pc:docMk/>
            <pc:sldMk cId="1818772833" sldId="273"/>
            <ac:graphicFrameMk id="5" creationId="{BC26845B-0B04-7A7D-3CC4-F7E50741E5E5}"/>
          </ac:graphicFrameMkLst>
        </pc:graphicFrameChg>
      </pc:sldChg>
      <pc:sldChg chg="addSp modSp mod setBg modClrScheme chgLayout">
        <pc:chgData name="Om Singh" userId="eb395ae4b50eec63" providerId="Windows Live" clId="Web-{6C47E661-8816-2A1E-6616-9E689E9638E8}" dt="2025-11-07T05:00:13.200" v="28"/>
        <pc:sldMkLst>
          <pc:docMk/>
          <pc:sldMk cId="3523571367" sldId="274"/>
        </pc:sldMkLst>
        <pc:spChg chg="mod ord">
          <ac:chgData name="Om Singh" userId="eb395ae4b50eec63" providerId="Windows Live" clId="Web-{6C47E661-8816-2A1E-6616-9E689E9638E8}" dt="2025-11-07T05:00:13.200" v="28"/>
          <ac:spMkLst>
            <pc:docMk/>
            <pc:sldMk cId="3523571367" sldId="274"/>
            <ac:spMk id="2" creationId="{B1A40672-92AF-DAA6-5B74-FD99C5478784}"/>
          </ac:spMkLst>
        </pc:spChg>
        <pc:spChg chg="mod ord">
          <ac:chgData name="Om Singh" userId="eb395ae4b50eec63" providerId="Windows Live" clId="Web-{6C47E661-8816-2A1E-6616-9E689E9638E8}" dt="2025-11-07T05:00:13.200" v="28"/>
          <ac:spMkLst>
            <pc:docMk/>
            <pc:sldMk cId="3523571367" sldId="274"/>
            <ac:spMk id="3" creationId="{DAA62100-8D46-5455-1D82-DC6525751BCD}"/>
          </ac:spMkLst>
        </pc:spChg>
        <pc:spChg chg="add">
          <ac:chgData name="Om Singh" userId="eb395ae4b50eec63" providerId="Windows Live" clId="Web-{6C47E661-8816-2A1E-6616-9E689E9638E8}" dt="2025-11-07T05:00:13.200" v="28"/>
          <ac:spMkLst>
            <pc:docMk/>
            <pc:sldMk cId="3523571367" sldId="274"/>
            <ac:spMk id="8" creationId="{C8643778-7F6C-4E8D-84D1-D5CDB9928191}"/>
          </ac:spMkLst>
        </pc:spChg>
        <pc:spChg chg="add">
          <ac:chgData name="Om Singh" userId="eb395ae4b50eec63" providerId="Windows Live" clId="Web-{6C47E661-8816-2A1E-6616-9E689E9638E8}" dt="2025-11-07T05:00:13.200" v="28"/>
          <ac:spMkLst>
            <pc:docMk/>
            <pc:sldMk cId="3523571367" sldId="274"/>
            <ac:spMk id="10" creationId="{1D22F88D-6907-48AF-B024-346E855E0D96}"/>
          </ac:spMkLst>
        </pc:spChg>
        <pc:grpChg chg="add">
          <ac:chgData name="Om Singh" userId="eb395ae4b50eec63" providerId="Windows Live" clId="Web-{6C47E661-8816-2A1E-6616-9E689E9638E8}" dt="2025-11-07T05:00:13.200" v="28"/>
          <ac:grpSpMkLst>
            <pc:docMk/>
            <pc:sldMk cId="3523571367" sldId="274"/>
            <ac:grpSpMk id="12" creationId="{F3842748-48B5-4DD0-A06A-A31C74024A99}"/>
          </ac:grpSpMkLst>
        </pc:grpChg>
      </pc:sldChg>
      <pc:sldChg chg="addSp modSp mod setBg modClrScheme chgLayout">
        <pc:chgData name="Om Singh" userId="eb395ae4b50eec63" providerId="Windows Live" clId="Web-{6C47E661-8816-2A1E-6616-9E689E9638E8}" dt="2025-11-07T05:00:38.356" v="29"/>
        <pc:sldMkLst>
          <pc:docMk/>
          <pc:sldMk cId="1642423297" sldId="275"/>
        </pc:sldMkLst>
        <pc:spChg chg="mod ord">
          <ac:chgData name="Om Singh" userId="eb395ae4b50eec63" providerId="Windows Live" clId="Web-{6C47E661-8816-2A1E-6616-9E689E9638E8}" dt="2025-11-07T05:00:38.356" v="29"/>
          <ac:spMkLst>
            <pc:docMk/>
            <pc:sldMk cId="1642423297" sldId="275"/>
            <ac:spMk id="2" creationId="{7A17E6CE-FB55-6D2A-0C72-45D74D59A5D4}"/>
          </ac:spMkLst>
        </pc:spChg>
        <pc:spChg chg="mod ord">
          <ac:chgData name="Om Singh" userId="eb395ae4b50eec63" providerId="Windows Live" clId="Web-{6C47E661-8816-2A1E-6616-9E689E9638E8}" dt="2025-11-07T05:00:38.356" v="29"/>
          <ac:spMkLst>
            <pc:docMk/>
            <pc:sldMk cId="1642423297" sldId="275"/>
            <ac:spMk id="3" creationId="{7999D8FC-5ACA-547E-E653-51F3137366C6}"/>
          </ac:spMkLst>
        </pc:spChg>
        <pc:spChg chg="add">
          <ac:chgData name="Om Singh" userId="eb395ae4b50eec63" providerId="Windows Live" clId="Web-{6C47E661-8816-2A1E-6616-9E689E9638E8}" dt="2025-11-07T05:00:38.356" v="29"/>
          <ac:spMkLst>
            <pc:docMk/>
            <pc:sldMk cId="1642423297" sldId="275"/>
            <ac:spMk id="8" creationId="{C8643778-7F6C-4E8D-84D1-D5CDB9928191}"/>
          </ac:spMkLst>
        </pc:spChg>
        <pc:spChg chg="add">
          <ac:chgData name="Om Singh" userId="eb395ae4b50eec63" providerId="Windows Live" clId="Web-{6C47E661-8816-2A1E-6616-9E689E9638E8}" dt="2025-11-07T05:00:38.356" v="29"/>
          <ac:spMkLst>
            <pc:docMk/>
            <pc:sldMk cId="1642423297" sldId="275"/>
            <ac:spMk id="10" creationId="{1D22F88D-6907-48AF-B024-346E855E0D96}"/>
          </ac:spMkLst>
        </pc:spChg>
        <pc:grpChg chg="add">
          <ac:chgData name="Om Singh" userId="eb395ae4b50eec63" providerId="Windows Live" clId="Web-{6C47E661-8816-2A1E-6616-9E689E9638E8}" dt="2025-11-07T05:00:38.356" v="29"/>
          <ac:grpSpMkLst>
            <pc:docMk/>
            <pc:sldMk cId="1642423297" sldId="275"/>
            <ac:grpSpMk id="12" creationId="{F3842748-48B5-4DD0-A06A-A31C74024A99}"/>
          </ac:grpSpMkLst>
        </pc:grpChg>
      </pc:sldChg>
      <pc:sldMasterChg chg="add addSldLayout modSldLayout">
        <pc:chgData name="Om Singh" userId="eb395ae4b50eec63" providerId="Windows Live" clId="Web-{6C47E661-8816-2A1E-6616-9E689E9638E8}" dt="2025-11-07T04:48:00.144" v="1"/>
        <pc:sldMasterMkLst>
          <pc:docMk/>
          <pc:sldMasterMk cId="716041025" sldId="2147483690"/>
        </pc:sldMasterMkLst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113237900" sldId="2147483691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2857800683" sldId="2147483692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782267007" sldId="2147483693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4135034410" sldId="2147483694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861834959" sldId="2147483695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751323909" sldId="2147483696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1643995096" sldId="2147483697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4081221463" sldId="2147483698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2297231889" sldId="2147483699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170804544" sldId="2147483700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2680751183" sldId="2147483701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63954938" sldId="2147483702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496596793" sldId="2147483703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465739730" sldId="2147483704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1082636946" sldId="2147483705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3756798901" sldId="2147483706"/>
          </pc:sldLayoutMkLst>
        </pc:sldLayoutChg>
        <pc:sldLayoutChg chg="add mod replId">
          <pc:chgData name="Om Singh" userId="eb395ae4b50eec63" providerId="Windows Live" clId="Web-{6C47E661-8816-2A1E-6616-9E689E9638E8}" dt="2025-11-07T04:48:00.144" v="1"/>
          <pc:sldLayoutMkLst>
            <pc:docMk/>
            <pc:sldMasterMk cId="716041025" sldId="2147483690"/>
            <pc:sldLayoutMk cId="1046259874" sldId="214748370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A79ABF-419A-4EC4-B462-066EF37BB97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2300D9-5949-4303-97B5-AF08FF607C66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227CB73A-80D6-497B-AEC5-539F46024A77}" type="parTrans" cxnId="{E7AB90C2-E541-4F18-808F-3FE84CF677A5}">
      <dgm:prSet/>
      <dgm:spPr/>
      <dgm:t>
        <a:bodyPr/>
        <a:lstStyle/>
        <a:p>
          <a:endParaRPr lang="en-US"/>
        </a:p>
      </dgm:t>
    </dgm:pt>
    <dgm:pt modelId="{64FE9C7D-881C-4284-AE4E-F916392F6C82}" type="sibTrans" cxnId="{E7AB90C2-E541-4F18-808F-3FE84CF677A5}">
      <dgm:prSet/>
      <dgm:spPr/>
      <dgm:t>
        <a:bodyPr/>
        <a:lstStyle/>
        <a:p>
          <a:endParaRPr lang="en-US"/>
        </a:p>
      </dgm:t>
    </dgm:pt>
    <dgm:pt modelId="{C4A787D2-479C-4C9D-A7FC-B512A07A355C}">
      <dgm:prSet/>
      <dgm:spPr/>
      <dgm:t>
        <a:bodyPr/>
        <a:lstStyle/>
        <a:p>
          <a:r>
            <a:rPr lang="en-US"/>
            <a:t>Solution Overview</a:t>
          </a:r>
        </a:p>
      </dgm:t>
    </dgm:pt>
    <dgm:pt modelId="{1BCB908D-C829-4D6C-A3D3-D03D819DC7D2}" type="parTrans" cxnId="{F74ADB60-B104-4398-98F9-69583F1D6634}">
      <dgm:prSet/>
      <dgm:spPr/>
      <dgm:t>
        <a:bodyPr/>
        <a:lstStyle/>
        <a:p>
          <a:endParaRPr lang="en-US"/>
        </a:p>
      </dgm:t>
    </dgm:pt>
    <dgm:pt modelId="{2BDDCE6C-82DB-409B-8412-E2C15B26B29D}" type="sibTrans" cxnId="{F74ADB60-B104-4398-98F9-69583F1D6634}">
      <dgm:prSet/>
      <dgm:spPr/>
      <dgm:t>
        <a:bodyPr/>
        <a:lstStyle/>
        <a:p>
          <a:endParaRPr lang="en-US"/>
        </a:p>
      </dgm:t>
    </dgm:pt>
    <dgm:pt modelId="{B7621667-503F-47EE-A747-8D2B7E7CB619}">
      <dgm:prSet/>
      <dgm:spPr/>
      <dgm:t>
        <a:bodyPr/>
        <a:lstStyle/>
        <a:p>
          <a:r>
            <a:rPr lang="en-US"/>
            <a:t>System Architecture</a:t>
          </a:r>
        </a:p>
      </dgm:t>
    </dgm:pt>
    <dgm:pt modelId="{567665E1-2AD1-47AB-BD9F-D65148AF0C44}" type="parTrans" cxnId="{678E0998-CCAE-43D0-8553-826894E28F0D}">
      <dgm:prSet/>
      <dgm:spPr/>
      <dgm:t>
        <a:bodyPr/>
        <a:lstStyle/>
        <a:p>
          <a:endParaRPr lang="en-US"/>
        </a:p>
      </dgm:t>
    </dgm:pt>
    <dgm:pt modelId="{2816D57E-7679-4868-BD92-877B68F6A778}" type="sibTrans" cxnId="{678E0998-CCAE-43D0-8553-826894E28F0D}">
      <dgm:prSet/>
      <dgm:spPr/>
      <dgm:t>
        <a:bodyPr/>
        <a:lstStyle/>
        <a:p>
          <a:endParaRPr lang="en-US"/>
        </a:p>
      </dgm:t>
    </dgm:pt>
    <dgm:pt modelId="{C02620A7-11AD-446D-A39F-6A1F62BCEA33}">
      <dgm:prSet/>
      <dgm:spPr/>
      <dgm:t>
        <a:bodyPr/>
        <a:lstStyle/>
        <a:p>
          <a:r>
            <a:rPr lang="en-US"/>
            <a:t>Testing Layers &amp; Strategy</a:t>
          </a:r>
        </a:p>
      </dgm:t>
    </dgm:pt>
    <dgm:pt modelId="{BD9DF948-33E9-4A8C-8456-6690A875F9BE}" type="parTrans" cxnId="{3BC200FC-2FDC-4E28-A000-EFE7F66AB821}">
      <dgm:prSet/>
      <dgm:spPr/>
      <dgm:t>
        <a:bodyPr/>
        <a:lstStyle/>
        <a:p>
          <a:endParaRPr lang="en-US"/>
        </a:p>
      </dgm:t>
    </dgm:pt>
    <dgm:pt modelId="{5922F982-818A-4AFF-B31C-3C83819A55E0}" type="sibTrans" cxnId="{3BC200FC-2FDC-4E28-A000-EFE7F66AB821}">
      <dgm:prSet/>
      <dgm:spPr/>
      <dgm:t>
        <a:bodyPr/>
        <a:lstStyle/>
        <a:p>
          <a:endParaRPr lang="en-US"/>
        </a:p>
      </dgm:t>
    </dgm:pt>
    <dgm:pt modelId="{0A649204-2670-4345-811D-E410822496C8}">
      <dgm:prSet/>
      <dgm:spPr/>
      <dgm:t>
        <a:bodyPr/>
        <a:lstStyle/>
        <a:p>
          <a:r>
            <a:rPr lang="en-US"/>
            <a:t>Key Features</a:t>
          </a:r>
        </a:p>
      </dgm:t>
    </dgm:pt>
    <dgm:pt modelId="{BB33F408-8F83-4C27-9D42-570CFB2CE934}" type="parTrans" cxnId="{074B7B2A-936A-4C7E-B2DB-52911A8BD4A6}">
      <dgm:prSet/>
      <dgm:spPr/>
      <dgm:t>
        <a:bodyPr/>
        <a:lstStyle/>
        <a:p>
          <a:endParaRPr lang="en-US"/>
        </a:p>
      </dgm:t>
    </dgm:pt>
    <dgm:pt modelId="{4C9B89AB-BEE1-4BB3-8488-434D1BACD963}" type="sibTrans" cxnId="{074B7B2A-936A-4C7E-B2DB-52911A8BD4A6}">
      <dgm:prSet/>
      <dgm:spPr/>
      <dgm:t>
        <a:bodyPr/>
        <a:lstStyle/>
        <a:p>
          <a:endParaRPr lang="en-US"/>
        </a:p>
      </dgm:t>
    </dgm:pt>
    <dgm:pt modelId="{3D7EF0B5-FD02-416C-8788-B671C8628E16}">
      <dgm:prSet/>
      <dgm:spPr/>
      <dgm:t>
        <a:bodyPr/>
        <a:lstStyle/>
        <a:p>
          <a:r>
            <a:rPr lang="en-US"/>
            <a:t>Technology Stack</a:t>
          </a:r>
        </a:p>
      </dgm:t>
    </dgm:pt>
    <dgm:pt modelId="{6AF46682-2DF1-43DD-82EB-DA9F9F86D08F}" type="parTrans" cxnId="{8C0C827D-7CD8-430D-8BBF-0FD8D9C4B1D9}">
      <dgm:prSet/>
      <dgm:spPr/>
      <dgm:t>
        <a:bodyPr/>
        <a:lstStyle/>
        <a:p>
          <a:endParaRPr lang="en-US"/>
        </a:p>
      </dgm:t>
    </dgm:pt>
    <dgm:pt modelId="{956B4561-BB66-4BA8-9613-F4F245DCDD06}" type="sibTrans" cxnId="{8C0C827D-7CD8-430D-8BBF-0FD8D9C4B1D9}">
      <dgm:prSet/>
      <dgm:spPr/>
      <dgm:t>
        <a:bodyPr/>
        <a:lstStyle/>
        <a:p>
          <a:endParaRPr lang="en-US"/>
        </a:p>
      </dgm:t>
    </dgm:pt>
    <dgm:pt modelId="{892A0282-1975-4C12-8C00-174E43D6D12D}">
      <dgm:prSet/>
      <dgm:spPr/>
      <dgm:t>
        <a:bodyPr/>
        <a:lstStyle/>
        <a:p>
          <a:r>
            <a:rPr lang="en-US"/>
            <a:t>CI/CD Pipeline Implementation</a:t>
          </a:r>
        </a:p>
      </dgm:t>
    </dgm:pt>
    <dgm:pt modelId="{ACF5F529-994E-4206-AB4B-E1C631E7B2E3}" type="parTrans" cxnId="{5253CC1D-B6C2-4C07-98D8-C179E05841E4}">
      <dgm:prSet/>
      <dgm:spPr/>
      <dgm:t>
        <a:bodyPr/>
        <a:lstStyle/>
        <a:p>
          <a:endParaRPr lang="en-US"/>
        </a:p>
      </dgm:t>
    </dgm:pt>
    <dgm:pt modelId="{916E2411-5D12-4C6D-B128-0CBEB3381396}" type="sibTrans" cxnId="{5253CC1D-B6C2-4C07-98D8-C179E05841E4}">
      <dgm:prSet/>
      <dgm:spPr/>
      <dgm:t>
        <a:bodyPr/>
        <a:lstStyle/>
        <a:p>
          <a:endParaRPr lang="en-US"/>
        </a:p>
      </dgm:t>
    </dgm:pt>
    <dgm:pt modelId="{5044F605-642A-428B-A811-0B4565265E26}">
      <dgm:prSet/>
      <dgm:spPr/>
      <dgm:t>
        <a:bodyPr/>
        <a:lstStyle/>
        <a:p>
          <a:r>
            <a:rPr lang="en-US"/>
            <a:t>Results &amp; Demonstrations</a:t>
          </a:r>
        </a:p>
      </dgm:t>
    </dgm:pt>
    <dgm:pt modelId="{281A536A-CE82-4F09-805B-619D410E93C7}" type="parTrans" cxnId="{EE412170-FE96-4BBF-A680-A82072184532}">
      <dgm:prSet/>
      <dgm:spPr/>
      <dgm:t>
        <a:bodyPr/>
        <a:lstStyle/>
        <a:p>
          <a:endParaRPr lang="en-US"/>
        </a:p>
      </dgm:t>
    </dgm:pt>
    <dgm:pt modelId="{90DA5B03-A91C-4A12-BE98-53496367D680}" type="sibTrans" cxnId="{EE412170-FE96-4BBF-A680-A82072184532}">
      <dgm:prSet/>
      <dgm:spPr/>
      <dgm:t>
        <a:bodyPr/>
        <a:lstStyle/>
        <a:p>
          <a:endParaRPr lang="en-US"/>
        </a:p>
      </dgm:t>
    </dgm:pt>
    <dgm:pt modelId="{B934C2A1-6787-41C9-9748-129CFF74BBC2}">
      <dgm:prSet/>
      <dgm:spPr/>
      <dgm:t>
        <a:bodyPr/>
        <a:lstStyle/>
        <a:p>
          <a:r>
            <a:rPr lang="en-US"/>
            <a:t>Benefits &amp; Impact</a:t>
          </a:r>
        </a:p>
      </dgm:t>
    </dgm:pt>
    <dgm:pt modelId="{7CDA5BEA-8669-4EB8-88AD-4B970AFE3D72}" type="parTrans" cxnId="{416EC66C-0F9B-404D-B79B-2D51DEB6ECDA}">
      <dgm:prSet/>
      <dgm:spPr/>
      <dgm:t>
        <a:bodyPr/>
        <a:lstStyle/>
        <a:p>
          <a:endParaRPr lang="en-US"/>
        </a:p>
      </dgm:t>
    </dgm:pt>
    <dgm:pt modelId="{6A08B737-A1BB-4E21-9E73-025482E14F9B}" type="sibTrans" cxnId="{416EC66C-0F9B-404D-B79B-2D51DEB6ECDA}">
      <dgm:prSet/>
      <dgm:spPr/>
      <dgm:t>
        <a:bodyPr/>
        <a:lstStyle/>
        <a:p>
          <a:endParaRPr lang="en-US"/>
        </a:p>
      </dgm:t>
    </dgm:pt>
    <dgm:pt modelId="{DE2B24FB-0C8D-4CAF-A20E-8078F62EDC12}">
      <dgm:prSet/>
      <dgm:spPr/>
      <dgm:t>
        <a:bodyPr/>
        <a:lstStyle/>
        <a:p>
          <a:r>
            <a:rPr lang="en-US"/>
            <a:t>Limitations &amp; Future Scope</a:t>
          </a:r>
        </a:p>
      </dgm:t>
    </dgm:pt>
    <dgm:pt modelId="{60FD7FA4-04AF-4845-8CA0-C498CFA1FCB4}" type="parTrans" cxnId="{67A3B537-8ECA-42A8-98FA-71FCC81D346A}">
      <dgm:prSet/>
      <dgm:spPr/>
      <dgm:t>
        <a:bodyPr/>
        <a:lstStyle/>
        <a:p>
          <a:endParaRPr lang="en-US"/>
        </a:p>
      </dgm:t>
    </dgm:pt>
    <dgm:pt modelId="{A018CFB6-1201-4C23-9B0B-E76D7AEC3611}" type="sibTrans" cxnId="{67A3B537-8ECA-42A8-98FA-71FCC81D346A}">
      <dgm:prSet/>
      <dgm:spPr/>
      <dgm:t>
        <a:bodyPr/>
        <a:lstStyle/>
        <a:p>
          <a:endParaRPr lang="en-US"/>
        </a:p>
      </dgm:t>
    </dgm:pt>
    <dgm:pt modelId="{6671AC2F-0CBB-49BE-A2CF-32EDAEEEC7CF}" type="pres">
      <dgm:prSet presAssocID="{E6A79ABF-419A-4EC4-B462-066EF37BB976}" presName="vert0" presStyleCnt="0">
        <dgm:presLayoutVars>
          <dgm:dir/>
          <dgm:animOne val="branch"/>
          <dgm:animLvl val="lvl"/>
        </dgm:presLayoutVars>
      </dgm:prSet>
      <dgm:spPr/>
    </dgm:pt>
    <dgm:pt modelId="{8CE5AC33-D2CE-4881-A074-A03D78286A40}" type="pres">
      <dgm:prSet presAssocID="{5A2300D9-5949-4303-97B5-AF08FF607C66}" presName="thickLine" presStyleLbl="alignNode1" presStyleIdx="0" presStyleCnt="10"/>
      <dgm:spPr/>
    </dgm:pt>
    <dgm:pt modelId="{5DDC8D1F-A553-4BC0-BACB-037CF7A60DCD}" type="pres">
      <dgm:prSet presAssocID="{5A2300D9-5949-4303-97B5-AF08FF607C66}" presName="horz1" presStyleCnt="0"/>
      <dgm:spPr/>
    </dgm:pt>
    <dgm:pt modelId="{6521796A-3365-4A9A-BD60-AE9DA41322CC}" type="pres">
      <dgm:prSet presAssocID="{5A2300D9-5949-4303-97B5-AF08FF607C66}" presName="tx1" presStyleLbl="revTx" presStyleIdx="0" presStyleCnt="10"/>
      <dgm:spPr/>
    </dgm:pt>
    <dgm:pt modelId="{7EE2078B-2978-4570-9C88-46F573B89066}" type="pres">
      <dgm:prSet presAssocID="{5A2300D9-5949-4303-97B5-AF08FF607C66}" presName="vert1" presStyleCnt="0"/>
      <dgm:spPr/>
    </dgm:pt>
    <dgm:pt modelId="{FFE7151C-8879-4193-A8F9-788D1A572BFF}" type="pres">
      <dgm:prSet presAssocID="{C4A787D2-479C-4C9D-A7FC-B512A07A355C}" presName="thickLine" presStyleLbl="alignNode1" presStyleIdx="1" presStyleCnt="10"/>
      <dgm:spPr/>
    </dgm:pt>
    <dgm:pt modelId="{C0905B6D-E7E4-4523-9447-1590724B86F5}" type="pres">
      <dgm:prSet presAssocID="{C4A787D2-479C-4C9D-A7FC-B512A07A355C}" presName="horz1" presStyleCnt="0"/>
      <dgm:spPr/>
    </dgm:pt>
    <dgm:pt modelId="{AAB8A8C5-08D2-4DDF-8D78-1FA537C99F42}" type="pres">
      <dgm:prSet presAssocID="{C4A787D2-479C-4C9D-A7FC-B512A07A355C}" presName="tx1" presStyleLbl="revTx" presStyleIdx="1" presStyleCnt="10"/>
      <dgm:spPr/>
    </dgm:pt>
    <dgm:pt modelId="{431F2C9C-D974-43FF-A180-C7AB5D7EFC29}" type="pres">
      <dgm:prSet presAssocID="{C4A787D2-479C-4C9D-A7FC-B512A07A355C}" presName="vert1" presStyleCnt="0"/>
      <dgm:spPr/>
    </dgm:pt>
    <dgm:pt modelId="{78B1B60A-C464-4287-ACA8-6E16381CF33E}" type="pres">
      <dgm:prSet presAssocID="{B7621667-503F-47EE-A747-8D2B7E7CB619}" presName="thickLine" presStyleLbl="alignNode1" presStyleIdx="2" presStyleCnt="10"/>
      <dgm:spPr/>
    </dgm:pt>
    <dgm:pt modelId="{7B93512F-7097-4A53-8C7D-EE5618CB2A7E}" type="pres">
      <dgm:prSet presAssocID="{B7621667-503F-47EE-A747-8D2B7E7CB619}" presName="horz1" presStyleCnt="0"/>
      <dgm:spPr/>
    </dgm:pt>
    <dgm:pt modelId="{7B6EC6CB-7DBE-4C37-9524-882ECDA2BAB5}" type="pres">
      <dgm:prSet presAssocID="{B7621667-503F-47EE-A747-8D2B7E7CB619}" presName="tx1" presStyleLbl="revTx" presStyleIdx="2" presStyleCnt="10"/>
      <dgm:spPr/>
    </dgm:pt>
    <dgm:pt modelId="{ACD648CD-D7AB-4D6E-86B5-C7FC5EDCE709}" type="pres">
      <dgm:prSet presAssocID="{B7621667-503F-47EE-A747-8D2B7E7CB619}" presName="vert1" presStyleCnt="0"/>
      <dgm:spPr/>
    </dgm:pt>
    <dgm:pt modelId="{2EE574F0-986C-4847-8874-60BB963D9214}" type="pres">
      <dgm:prSet presAssocID="{C02620A7-11AD-446D-A39F-6A1F62BCEA33}" presName="thickLine" presStyleLbl="alignNode1" presStyleIdx="3" presStyleCnt="10"/>
      <dgm:spPr/>
    </dgm:pt>
    <dgm:pt modelId="{42260341-6217-4923-802A-B1B70B63CDFA}" type="pres">
      <dgm:prSet presAssocID="{C02620A7-11AD-446D-A39F-6A1F62BCEA33}" presName="horz1" presStyleCnt="0"/>
      <dgm:spPr/>
    </dgm:pt>
    <dgm:pt modelId="{18AE0AEA-E0BE-4C79-ACE0-419259568409}" type="pres">
      <dgm:prSet presAssocID="{C02620A7-11AD-446D-A39F-6A1F62BCEA33}" presName="tx1" presStyleLbl="revTx" presStyleIdx="3" presStyleCnt="10"/>
      <dgm:spPr/>
    </dgm:pt>
    <dgm:pt modelId="{8BC8E656-E2AE-4300-A4BA-2E3A14511DCA}" type="pres">
      <dgm:prSet presAssocID="{C02620A7-11AD-446D-A39F-6A1F62BCEA33}" presName="vert1" presStyleCnt="0"/>
      <dgm:spPr/>
    </dgm:pt>
    <dgm:pt modelId="{3859D306-0C4A-4F05-AE30-DBF656CEF729}" type="pres">
      <dgm:prSet presAssocID="{0A649204-2670-4345-811D-E410822496C8}" presName="thickLine" presStyleLbl="alignNode1" presStyleIdx="4" presStyleCnt="10"/>
      <dgm:spPr/>
    </dgm:pt>
    <dgm:pt modelId="{7ACA220D-C95D-424E-9E1F-0A762762F7B0}" type="pres">
      <dgm:prSet presAssocID="{0A649204-2670-4345-811D-E410822496C8}" presName="horz1" presStyleCnt="0"/>
      <dgm:spPr/>
    </dgm:pt>
    <dgm:pt modelId="{22797574-A334-4C30-BFC5-1FE803F94C9D}" type="pres">
      <dgm:prSet presAssocID="{0A649204-2670-4345-811D-E410822496C8}" presName="tx1" presStyleLbl="revTx" presStyleIdx="4" presStyleCnt="10"/>
      <dgm:spPr/>
    </dgm:pt>
    <dgm:pt modelId="{054E36E1-EE21-4CAE-B30D-79FF8FDBF61B}" type="pres">
      <dgm:prSet presAssocID="{0A649204-2670-4345-811D-E410822496C8}" presName="vert1" presStyleCnt="0"/>
      <dgm:spPr/>
    </dgm:pt>
    <dgm:pt modelId="{7B85B1BB-232B-4D82-812B-CB0C76B95EEB}" type="pres">
      <dgm:prSet presAssocID="{3D7EF0B5-FD02-416C-8788-B671C8628E16}" presName="thickLine" presStyleLbl="alignNode1" presStyleIdx="5" presStyleCnt="10"/>
      <dgm:spPr/>
    </dgm:pt>
    <dgm:pt modelId="{D5E5524C-B040-4937-A340-03C3A2E9B403}" type="pres">
      <dgm:prSet presAssocID="{3D7EF0B5-FD02-416C-8788-B671C8628E16}" presName="horz1" presStyleCnt="0"/>
      <dgm:spPr/>
    </dgm:pt>
    <dgm:pt modelId="{FA14CB19-D5D2-42FE-B914-1C21FD404209}" type="pres">
      <dgm:prSet presAssocID="{3D7EF0B5-FD02-416C-8788-B671C8628E16}" presName="tx1" presStyleLbl="revTx" presStyleIdx="5" presStyleCnt="10"/>
      <dgm:spPr/>
    </dgm:pt>
    <dgm:pt modelId="{749E5F9E-50A2-466A-ADD6-2553653AB3EC}" type="pres">
      <dgm:prSet presAssocID="{3D7EF0B5-FD02-416C-8788-B671C8628E16}" presName="vert1" presStyleCnt="0"/>
      <dgm:spPr/>
    </dgm:pt>
    <dgm:pt modelId="{A389EF77-2547-4F20-8B6B-F6B078875CD1}" type="pres">
      <dgm:prSet presAssocID="{892A0282-1975-4C12-8C00-174E43D6D12D}" presName="thickLine" presStyleLbl="alignNode1" presStyleIdx="6" presStyleCnt="10"/>
      <dgm:spPr/>
    </dgm:pt>
    <dgm:pt modelId="{3EE9C40A-D131-4933-BF0C-77EEB810CBA0}" type="pres">
      <dgm:prSet presAssocID="{892A0282-1975-4C12-8C00-174E43D6D12D}" presName="horz1" presStyleCnt="0"/>
      <dgm:spPr/>
    </dgm:pt>
    <dgm:pt modelId="{39D91FBD-32BB-44E2-A8C1-70A597E75F46}" type="pres">
      <dgm:prSet presAssocID="{892A0282-1975-4C12-8C00-174E43D6D12D}" presName="tx1" presStyleLbl="revTx" presStyleIdx="6" presStyleCnt="10"/>
      <dgm:spPr/>
    </dgm:pt>
    <dgm:pt modelId="{1998E353-7B8D-4D40-9E75-F3E6CC6BCED3}" type="pres">
      <dgm:prSet presAssocID="{892A0282-1975-4C12-8C00-174E43D6D12D}" presName="vert1" presStyleCnt="0"/>
      <dgm:spPr/>
    </dgm:pt>
    <dgm:pt modelId="{36D4EE16-F283-4510-8E24-132375BB6EA1}" type="pres">
      <dgm:prSet presAssocID="{5044F605-642A-428B-A811-0B4565265E26}" presName="thickLine" presStyleLbl="alignNode1" presStyleIdx="7" presStyleCnt="10"/>
      <dgm:spPr/>
    </dgm:pt>
    <dgm:pt modelId="{B14F86FB-B254-4204-84FB-22FFAFC0BCBB}" type="pres">
      <dgm:prSet presAssocID="{5044F605-642A-428B-A811-0B4565265E26}" presName="horz1" presStyleCnt="0"/>
      <dgm:spPr/>
    </dgm:pt>
    <dgm:pt modelId="{07516408-7F45-417F-8322-4C444EC6ADCA}" type="pres">
      <dgm:prSet presAssocID="{5044F605-642A-428B-A811-0B4565265E26}" presName="tx1" presStyleLbl="revTx" presStyleIdx="7" presStyleCnt="10"/>
      <dgm:spPr/>
    </dgm:pt>
    <dgm:pt modelId="{5809E28D-A8BC-4BA6-A0B6-9AE04FD84BCA}" type="pres">
      <dgm:prSet presAssocID="{5044F605-642A-428B-A811-0B4565265E26}" presName="vert1" presStyleCnt="0"/>
      <dgm:spPr/>
    </dgm:pt>
    <dgm:pt modelId="{B0AC67FC-DA89-469E-8B16-C6310C6D75AC}" type="pres">
      <dgm:prSet presAssocID="{B934C2A1-6787-41C9-9748-129CFF74BBC2}" presName="thickLine" presStyleLbl="alignNode1" presStyleIdx="8" presStyleCnt="10"/>
      <dgm:spPr/>
    </dgm:pt>
    <dgm:pt modelId="{BEDC3456-5CE5-4592-804E-2059254203CA}" type="pres">
      <dgm:prSet presAssocID="{B934C2A1-6787-41C9-9748-129CFF74BBC2}" presName="horz1" presStyleCnt="0"/>
      <dgm:spPr/>
    </dgm:pt>
    <dgm:pt modelId="{AE8D120B-ED46-4410-BE44-DD038507B018}" type="pres">
      <dgm:prSet presAssocID="{B934C2A1-6787-41C9-9748-129CFF74BBC2}" presName="tx1" presStyleLbl="revTx" presStyleIdx="8" presStyleCnt="10"/>
      <dgm:spPr/>
    </dgm:pt>
    <dgm:pt modelId="{4EDCFA1B-500E-42F5-A72F-7C87DB844193}" type="pres">
      <dgm:prSet presAssocID="{B934C2A1-6787-41C9-9748-129CFF74BBC2}" presName="vert1" presStyleCnt="0"/>
      <dgm:spPr/>
    </dgm:pt>
    <dgm:pt modelId="{24B26029-0475-44A2-A1DA-FAF0223CFE29}" type="pres">
      <dgm:prSet presAssocID="{DE2B24FB-0C8D-4CAF-A20E-8078F62EDC12}" presName="thickLine" presStyleLbl="alignNode1" presStyleIdx="9" presStyleCnt="10"/>
      <dgm:spPr/>
    </dgm:pt>
    <dgm:pt modelId="{2E4DF8D7-0428-43B0-B130-F97AF6B3EBAB}" type="pres">
      <dgm:prSet presAssocID="{DE2B24FB-0C8D-4CAF-A20E-8078F62EDC12}" presName="horz1" presStyleCnt="0"/>
      <dgm:spPr/>
    </dgm:pt>
    <dgm:pt modelId="{35148116-F15D-4587-9E33-300416ED4C01}" type="pres">
      <dgm:prSet presAssocID="{DE2B24FB-0C8D-4CAF-A20E-8078F62EDC12}" presName="tx1" presStyleLbl="revTx" presStyleIdx="9" presStyleCnt="10"/>
      <dgm:spPr/>
    </dgm:pt>
    <dgm:pt modelId="{6E4A2654-0819-42E6-BE0A-DA499481574E}" type="pres">
      <dgm:prSet presAssocID="{DE2B24FB-0C8D-4CAF-A20E-8078F62EDC12}" presName="vert1" presStyleCnt="0"/>
      <dgm:spPr/>
    </dgm:pt>
  </dgm:ptLst>
  <dgm:cxnLst>
    <dgm:cxn modelId="{5E722C17-6FF0-4671-8B24-0DAC4B7E032F}" type="presOf" srcId="{5044F605-642A-428B-A811-0B4565265E26}" destId="{07516408-7F45-417F-8322-4C444EC6ADCA}" srcOrd="0" destOrd="0" presId="urn:microsoft.com/office/officeart/2008/layout/LinedList"/>
    <dgm:cxn modelId="{5253CC1D-B6C2-4C07-98D8-C179E05841E4}" srcId="{E6A79ABF-419A-4EC4-B462-066EF37BB976}" destId="{892A0282-1975-4C12-8C00-174E43D6D12D}" srcOrd="6" destOrd="0" parTransId="{ACF5F529-994E-4206-AB4B-E1C631E7B2E3}" sibTransId="{916E2411-5D12-4C6D-B128-0CBEB3381396}"/>
    <dgm:cxn modelId="{074B7B2A-936A-4C7E-B2DB-52911A8BD4A6}" srcId="{E6A79ABF-419A-4EC4-B462-066EF37BB976}" destId="{0A649204-2670-4345-811D-E410822496C8}" srcOrd="4" destOrd="0" parTransId="{BB33F408-8F83-4C27-9D42-570CFB2CE934}" sibTransId="{4C9B89AB-BEE1-4BB3-8488-434D1BACD963}"/>
    <dgm:cxn modelId="{67A3B537-8ECA-42A8-98FA-71FCC81D346A}" srcId="{E6A79ABF-419A-4EC4-B462-066EF37BB976}" destId="{DE2B24FB-0C8D-4CAF-A20E-8078F62EDC12}" srcOrd="9" destOrd="0" parTransId="{60FD7FA4-04AF-4845-8CA0-C498CFA1FCB4}" sibTransId="{A018CFB6-1201-4C23-9B0B-E76D7AEC3611}"/>
    <dgm:cxn modelId="{F74ADB60-B104-4398-98F9-69583F1D6634}" srcId="{E6A79ABF-419A-4EC4-B462-066EF37BB976}" destId="{C4A787D2-479C-4C9D-A7FC-B512A07A355C}" srcOrd="1" destOrd="0" parTransId="{1BCB908D-C829-4D6C-A3D3-D03D819DC7D2}" sibTransId="{2BDDCE6C-82DB-409B-8412-E2C15B26B29D}"/>
    <dgm:cxn modelId="{06DEEC43-7D25-4CAC-A132-FF51F407293A}" type="presOf" srcId="{3D7EF0B5-FD02-416C-8788-B671C8628E16}" destId="{FA14CB19-D5D2-42FE-B914-1C21FD404209}" srcOrd="0" destOrd="0" presId="urn:microsoft.com/office/officeart/2008/layout/LinedList"/>
    <dgm:cxn modelId="{416EC66C-0F9B-404D-B79B-2D51DEB6ECDA}" srcId="{E6A79ABF-419A-4EC4-B462-066EF37BB976}" destId="{B934C2A1-6787-41C9-9748-129CFF74BBC2}" srcOrd="8" destOrd="0" parTransId="{7CDA5BEA-8669-4EB8-88AD-4B970AFE3D72}" sibTransId="{6A08B737-A1BB-4E21-9E73-025482E14F9B}"/>
    <dgm:cxn modelId="{4E3DE46E-7BEF-49F3-B6AA-50609D1DA8DF}" type="presOf" srcId="{B934C2A1-6787-41C9-9748-129CFF74BBC2}" destId="{AE8D120B-ED46-4410-BE44-DD038507B018}" srcOrd="0" destOrd="0" presId="urn:microsoft.com/office/officeart/2008/layout/LinedList"/>
    <dgm:cxn modelId="{EE412170-FE96-4BBF-A680-A82072184532}" srcId="{E6A79ABF-419A-4EC4-B462-066EF37BB976}" destId="{5044F605-642A-428B-A811-0B4565265E26}" srcOrd="7" destOrd="0" parTransId="{281A536A-CE82-4F09-805B-619D410E93C7}" sibTransId="{90DA5B03-A91C-4A12-BE98-53496367D680}"/>
    <dgm:cxn modelId="{8C0C827D-7CD8-430D-8BBF-0FD8D9C4B1D9}" srcId="{E6A79ABF-419A-4EC4-B462-066EF37BB976}" destId="{3D7EF0B5-FD02-416C-8788-B671C8628E16}" srcOrd="5" destOrd="0" parTransId="{6AF46682-2DF1-43DD-82EB-DA9F9F86D08F}" sibTransId="{956B4561-BB66-4BA8-9613-F4F245DCDD06}"/>
    <dgm:cxn modelId="{678E0998-CCAE-43D0-8553-826894E28F0D}" srcId="{E6A79ABF-419A-4EC4-B462-066EF37BB976}" destId="{B7621667-503F-47EE-A747-8D2B7E7CB619}" srcOrd="2" destOrd="0" parTransId="{567665E1-2AD1-47AB-BD9F-D65148AF0C44}" sibTransId="{2816D57E-7679-4868-BD92-877B68F6A778}"/>
    <dgm:cxn modelId="{169C07A4-F2C1-4DF4-9450-6CB016F562E9}" type="presOf" srcId="{E6A79ABF-419A-4EC4-B462-066EF37BB976}" destId="{6671AC2F-0CBB-49BE-A2CF-32EDAEEEC7CF}" srcOrd="0" destOrd="0" presId="urn:microsoft.com/office/officeart/2008/layout/LinedList"/>
    <dgm:cxn modelId="{EB0A75A7-6E5F-43DC-956E-32B9D8DA89E0}" type="presOf" srcId="{892A0282-1975-4C12-8C00-174E43D6D12D}" destId="{39D91FBD-32BB-44E2-A8C1-70A597E75F46}" srcOrd="0" destOrd="0" presId="urn:microsoft.com/office/officeart/2008/layout/LinedList"/>
    <dgm:cxn modelId="{7B94FEB0-9B80-4FD1-894F-C9E326B7A7FE}" type="presOf" srcId="{C02620A7-11AD-446D-A39F-6A1F62BCEA33}" destId="{18AE0AEA-E0BE-4C79-ACE0-419259568409}" srcOrd="0" destOrd="0" presId="urn:microsoft.com/office/officeart/2008/layout/LinedList"/>
    <dgm:cxn modelId="{68DC4BBF-A349-47D2-A913-FFD7AE6957ED}" type="presOf" srcId="{C4A787D2-479C-4C9D-A7FC-B512A07A355C}" destId="{AAB8A8C5-08D2-4DDF-8D78-1FA537C99F42}" srcOrd="0" destOrd="0" presId="urn:microsoft.com/office/officeart/2008/layout/LinedList"/>
    <dgm:cxn modelId="{E7AB90C2-E541-4F18-808F-3FE84CF677A5}" srcId="{E6A79ABF-419A-4EC4-B462-066EF37BB976}" destId="{5A2300D9-5949-4303-97B5-AF08FF607C66}" srcOrd="0" destOrd="0" parTransId="{227CB73A-80D6-497B-AEC5-539F46024A77}" sibTransId="{64FE9C7D-881C-4284-AE4E-F916392F6C82}"/>
    <dgm:cxn modelId="{608FBAC7-9E9E-4FF8-86DF-9BEF4C7B21EC}" type="presOf" srcId="{DE2B24FB-0C8D-4CAF-A20E-8078F62EDC12}" destId="{35148116-F15D-4587-9E33-300416ED4C01}" srcOrd="0" destOrd="0" presId="urn:microsoft.com/office/officeart/2008/layout/LinedList"/>
    <dgm:cxn modelId="{877BD8D8-2F8E-4010-95B6-B9796989292B}" type="presOf" srcId="{5A2300D9-5949-4303-97B5-AF08FF607C66}" destId="{6521796A-3365-4A9A-BD60-AE9DA41322CC}" srcOrd="0" destOrd="0" presId="urn:microsoft.com/office/officeart/2008/layout/LinedList"/>
    <dgm:cxn modelId="{899459E1-7F35-4DE7-AACD-B87ED3C103D0}" type="presOf" srcId="{0A649204-2670-4345-811D-E410822496C8}" destId="{22797574-A334-4C30-BFC5-1FE803F94C9D}" srcOrd="0" destOrd="0" presId="urn:microsoft.com/office/officeart/2008/layout/LinedList"/>
    <dgm:cxn modelId="{2D84BFF5-6219-40AF-AA6B-F44B97AB0DEE}" type="presOf" srcId="{B7621667-503F-47EE-A747-8D2B7E7CB619}" destId="{7B6EC6CB-7DBE-4C37-9524-882ECDA2BAB5}" srcOrd="0" destOrd="0" presId="urn:microsoft.com/office/officeart/2008/layout/LinedList"/>
    <dgm:cxn modelId="{3BC200FC-2FDC-4E28-A000-EFE7F66AB821}" srcId="{E6A79ABF-419A-4EC4-B462-066EF37BB976}" destId="{C02620A7-11AD-446D-A39F-6A1F62BCEA33}" srcOrd="3" destOrd="0" parTransId="{BD9DF948-33E9-4A8C-8456-6690A875F9BE}" sibTransId="{5922F982-818A-4AFF-B31C-3C83819A55E0}"/>
    <dgm:cxn modelId="{BBACBDD6-975D-4121-92E7-5FE170EF87DE}" type="presParOf" srcId="{6671AC2F-0CBB-49BE-A2CF-32EDAEEEC7CF}" destId="{8CE5AC33-D2CE-4881-A074-A03D78286A40}" srcOrd="0" destOrd="0" presId="urn:microsoft.com/office/officeart/2008/layout/LinedList"/>
    <dgm:cxn modelId="{F3F3EF84-C5C2-4028-806A-8BA7EEBB49C7}" type="presParOf" srcId="{6671AC2F-0CBB-49BE-A2CF-32EDAEEEC7CF}" destId="{5DDC8D1F-A553-4BC0-BACB-037CF7A60DCD}" srcOrd="1" destOrd="0" presId="urn:microsoft.com/office/officeart/2008/layout/LinedList"/>
    <dgm:cxn modelId="{B21216DE-D7BE-40E5-8458-7A71E66C9F17}" type="presParOf" srcId="{5DDC8D1F-A553-4BC0-BACB-037CF7A60DCD}" destId="{6521796A-3365-4A9A-BD60-AE9DA41322CC}" srcOrd="0" destOrd="0" presId="urn:microsoft.com/office/officeart/2008/layout/LinedList"/>
    <dgm:cxn modelId="{0B1AAB4D-9034-4501-995A-2B17AEB2C126}" type="presParOf" srcId="{5DDC8D1F-A553-4BC0-BACB-037CF7A60DCD}" destId="{7EE2078B-2978-4570-9C88-46F573B89066}" srcOrd="1" destOrd="0" presId="urn:microsoft.com/office/officeart/2008/layout/LinedList"/>
    <dgm:cxn modelId="{49821F06-29A7-4D14-BED9-35DAD493B1E8}" type="presParOf" srcId="{6671AC2F-0CBB-49BE-A2CF-32EDAEEEC7CF}" destId="{FFE7151C-8879-4193-A8F9-788D1A572BFF}" srcOrd="2" destOrd="0" presId="urn:microsoft.com/office/officeart/2008/layout/LinedList"/>
    <dgm:cxn modelId="{65C8FBC1-01F9-4ACC-917C-2E31E5BA17C7}" type="presParOf" srcId="{6671AC2F-0CBB-49BE-A2CF-32EDAEEEC7CF}" destId="{C0905B6D-E7E4-4523-9447-1590724B86F5}" srcOrd="3" destOrd="0" presId="urn:microsoft.com/office/officeart/2008/layout/LinedList"/>
    <dgm:cxn modelId="{EDE9AA3B-D9D9-42E8-8015-0DB9E43DEFDE}" type="presParOf" srcId="{C0905B6D-E7E4-4523-9447-1590724B86F5}" destId="{AAB8A8C5-08D2-4DDF-8D78-1FA537C99F42}" srcOrd="0" destOrd="0" presId="urn:microsoft.com/office/officeart/2008/layout/LinedList"/>
    <dgm:cxn modelId="{5BFF4955-7A07-4AD8-8EF7-E75DCE8BD42D}" type="presParOf" srcId="{C0905B6D-E7E4-4523-9447-1590724B86F5}" destId="{431F2C9C-D974-43FF-A180-C7AB5D7EFC29}" srcOrd="1" destOrd="0" presId="urn:microsoft.com/office/officeart/2008/layout/LinedList"/>
    <dgm:cxn modelId="{71C11874-C7A8-4D5A-9225-43743C498CC8}" type="presParOf" srcId="{6671AC2F-0CBB-49BE-A2CF-32EDAEEEC7CF}" destId="{78B1B60A-C464-4287-ACA8-6E16381CF33E}" srcOrd="4" destOrd="0" presId="urn:microsoft.com/office/officeart/2008/layout/LinedList"/>
    <dgm:cxn modelId="{A838F854-C9E6-4E1F-8846-923FE3FCC511}" type="presParOf" srcId="{6671AC2F-0CBB-49BE-A2CF-32EDAEEEC7CF}" destId="{7B93512F-7097-4A53-8C7D-EE5618CB2A7E}" srcOrd="5" destOrd="0" presId="urn:microsoft.com/office/officeart/2008/layout/LinedList"/>
    <dgm:cxn modelId="{23DC0F59-8EB1-4847-BF8B-E0E24F0B7DA4}" type="presParOf" srcId="{7B93512F-7097-4A53-8C7D-EE5618CB2A7E}" destId="{7B6EC6CB-7DBE-4C37-9524-882ECDA2BAB5}" srcOrd="0" destOrd="0" presId="urn:microsoft.com/office/officeart/2008/layout/LinedList"/>
    <dgm:cxn modelId="{72BBA628-A36D-46D0-9037-EA1BD5F1CBCE}" type="presParOf" srcId="{7B93512F-7097-4A53-8C7D-EE5618CB2A7E}" destId="{ACD648CD-D7AB-4D6E-86B5-C7FC5EDCE709}" srcOrd="1" destOrd="0" presId="urn:microsoft.com/office/officeart/2008/layout/LinedList"/>
    <dgm:cxn modelId="{CE02050F-CBC4-4597-8706-947B0BDCD43C}" type="presParOf" srcId="{6671AC2F-0CBB-49BE-A2CF-32EDAEEEC7CF}" destId="{2EE574F0-986C-4847-8874-60BB963D9214}" srcOrd="6" destOrd="0" presId="urn:microsoft.com/office/officeart/2008/layout/LinedList"/>
    <dgm:cxn modelId="{8983FF1F-88E6-4049-ADB4-B4331B2723BC}" type="presParOf" srcId="{6671AC2F-0CBB-49BE-A2CF-32EDAEEEC7CF}" destId="{42260341-6217-4923-802A-B1B70B63CDFA}" srcOrd="7" destOrd="0" presId="urn:microsoft.com/office/officeart/2008/layout/LinedList"/>
    <dgm:cxn modelId="{65493867-118B-4113-96C3-F8C99845F4D7}" type="presParOf" srcId="{42260341-6217-4923-802A-B1B70B63CDFA}" destId="{18AE0AEA-E0BE-4C79-ACE0-419259568409}" srcOrd="0" destOrd="0" presId="urn:microsoft.com/office/officeart/2008/layout/LinedList"/>
    <dgm:cxn modelId="{889B9D5F-CC86-4AD4-9256-6982DF39D27E}" type="presParOf" srcId="{42260341-6217-4923-802A-B1B70B63CDFA}" destId="{8BC8E656-E2AE-4300-A4BA-2E3A14511DCA}" srcOrd="1" destOrd="0" presId="urn:microsoft.com/office/officeart/2008/layout/LinedList"/>
    <dgm:cxn modelId="{FE6A5316-2760-4465-A567-25974DDE1E21}" type="presParOf" srcId="{6671AC2F-0CBB-49BE-A2CF-32EDAEEEC7CF}" destId="{3859D306-0C4A-4F05-AE30-DBF656CEF729}" srcOrd="8" destOrd="0" presId="urn:microsoft.com/office/officeart/2008/layout/LinedList"/>
    <dgm:cxn modelId="{C57DF260-DB9D-4B7A-BA8A-2BC756227395}" type="presParOf" srcId="{6671AC2F-0CBB-49BE-A2CF-32EDAEEEC7CF}" destId="{7ACA220D-C95D-424E-9E1F-0A762762F7B0}" srcOrd="9" destOrd="0" presId="urn:microsoft.com/office/officeart/2008/layout/LinedList"/>
    <dgm:cxn modelId="{AA0AA927-E003-4DD3-BFB5-47D03827642A}" type="presParOf" srcId="{7ACA220D-C95D-424E-9E1F-0A762762F7B0}" destId="{22797574-A334-4C30-BFC5-1FE803F94C9D}" srcOrd="0" destOrd="0" presId="urn:microsoft.com/office/officeart/2008/layout/LinedList"/>
    <dgm:cxn modelId="{A763E018-7610-43BE-A548-CD242E6EBF15}" type="presParOf" srcId="{7ACA220D-C95D-424E-9E1F-0A762762F7B0}" destId="{054E36E1-EE21-4CAE-B30D-79FF8FDBF61B}" srcOrd="1" destOrd="0" presId="urn:microsoft.com/office/officeart/2008/layout/LinedList"/>
    <dgm:cxn modelId="{7494A5DB-D403-459A-9DAF-FA016BCB0445}" type="presParOf" srcId="{6671AC2F-0CBB-49BE-A2CF-32EDAEEEC7CF}" destId="{7B85B1BB-232B-4D82-812B-CB0C76B95EEB}" srcOrd="10" destOrd="0" presId="urn:microsoft.com/office/officeart/2008/layout/LinedList"/>
    <dgm:cxn modelId="{6AAED63B-6A7A-408D-AE8E-99730B2A5891}" type="presParOf" srcId="{6671AC2F-0CBB-49BE-A2CF-32EDAEEEC7CF}" destId="{D5E5524C-B040-4937-A340-03C3A2E9B403}" srcOrd="11" destOrd="0" presId="urn:microsoft.com/office/officeart/2008/layout/LinedList"/>
    <dgm:cxn modelId="{67022A76-1FE9-446B-9ED6-6E6C05A62F67}" type="presParOf" srcId="{D5E5524C-B040-4937-A340-03C3A2E9B403}" destId="{FA14CB19-D5D2-42FE-B914-1C21FD404209}" srcOrd="0" destOrd="0" presId="urn:microsoft.com/office/officeart/2008/layout/LinedList"/>
    <dgm:cxn modelId="{D69D12D2-A670-43E6-AEDD-60E16A356A58}" type="presParOf" srcId="{D5E5524C-B040-4937-A340-03C3A2E9B403}" destId="{749E5F9E-50A2-466A-ADD6-2553653AB3EC}" srcOrd="1" destOrd="0" presId="urn:microsoft.com/office/officeart/2008/layout/LinedList"/>
    <dgm:cxn modelId="{DF09B0EF-EF9B-405A-A7AB-5888BD671FB0}" type="presParOf" srcId="{6671AC2F-0CBB-49BE-A2CF-32EDAEEEC7CF}" destId="{A389EF77-2547-4F20-8B6B-F6B078875CD1}" srcOrd="12" destOrd="0" presId="urn:microsoft.com/office/officeart/2008/layout/LinedList"/>
    <dgm:cxn modelId="{D82263F2-3DB8-4B12-9358-D991111CB37D}" type="presParOf" srcId="{6671AC2F-0CBB-49BE-A2CF-32EDAEEEC7CF}" destId="{3EE9C40A-D131-4933-BF0C-77EEB810CBA0}" srcOrd="13" destOrd="0" presId="urn:microsoft.com/office/officeart/2008/layout/LinedList"/>
    <dgm:cxn modelId="{20054B8C-4ABD-42BA-83B9-006B5AFAF0FC}" type="presParOf" srcId="{3EE9C40A-D131-4933-BF0C-77EEB810CBA0}" destId="{39D91FBD-32BB-44E2-A8C1-70A597E75F46}" srcOrd="0" destOrd="0" presId="urn:microsoft.com/office/officeart/2008/layout/LinedList"/>
    <dgm:cxn modelId="{21496252-F1E8-4076-A4EF-872E118B3778}" type="presParOf" srcId="{3EE9C40A-D131-4933-BF0C-77EEB810CBA0}" destId="{1998E353-7B8D-4D40-9E75-F3E6CC6BCED3}" srcOrd="1" destOrd="0" presId="urn:microsoft.com/office/officeart/2008/layout/LinedList"/>
    <dgm:cxn modelId="{08CAB0B0-E05C-4778-A64E-B489091886E5}" type="presParOf" srcId="{6671AC2F-0CBB-49BE-A2CF-32EDAEEEC7CF}" destId="{36D4EE16-F283-4510-8E24-132375BB6EA1}" srcOrd="14" destOrd="0" presId="urn:microsoft.com/office/officeart/2008/layout/LinedList"/>
    <dgm:cxn modelId="{D57E2340-C0EB-4A5D-A2F4-1C9CF7E2D552}" type="presParOf" srcId="{6671AC2F-0CBB-49BE-A2CF-32EDAEEEC7CF}" destId="{B14F86FB-B254-4204-84FB-22FFAFC0BCBB}" srcOrd="15" destOrd="0" presId="urn:microsoft.com/office/officeart/2008/layout/LinedList"/>
    <dgm:cxn modelId="{E0A7A8DA-15CC-4BB2-B868-751FB2B3414C}" type="presParOf" srcId="{B14F86FB-B254-4204-84FB-22FFAFC0BCBB}" destId="{07516408-7F45-417F-8322-4C444EC6ADCA}" srcOrd="0" destOrd="0" presId="urn:microsoft.com/office/officeart/2008/layout/LinedList"/>
    <dgm:cxn modelId="{2D2CE6A5-2F55-4EA5-9CFB-A4C1E52CA246}" type="presParOf" srcId="{B14F86FB-B254-4204-84FB-22FFAFC0BCBB}" destId="{5809E28D-A8BC-4BA6-A0B6-9AE04FD84BCA}" srcOrd="1" destOrd="0" presId="urn:microsoft.com/office/officeart/2008/layout/LinedList"/>
    <dgm:cxn modelId="{2308E879-6BCA-495A-BDEA-5B4CBE9B4D33}" type="presParOf" srcId="{6671AC2F-0CBB-49BE-A2CF-32EDAEEEC7CF}" destId="{B0AC67FC-DA89-469E-8B16-C6310C6D75AC}" srcOrd="16" destOrd="0" presId="urn:microsoft.com/office/officeart/2008/layout/LinedList"/>
    <dgm:cxn modelId="{9CF6942F-1269-4C3F-A1A5-485446D4327A}" type="presParOf" srcId="{6671AC2F-0CBB-49BE-A2CF-32EDAEEEC7CF}" destId="{BEDC3456-5CE5-4592-804E-2059254203CA}" srcOrd="17" destOrd="0" presId="urn:microsoft.com/office/officeart/2008/layout/LinedList"/>
    <dgm:cxn modelId="{D53C68C5-F013-4655-80E8-40A933E44C93}" type="presParOf" srcId="{BEDC3456-5CE5-4592-804E-2059254203CA}" destId="{AE8D120B-ED46-4410-BE44-DD038507B018}" srcOrd="0" destOrd="0" presId="urn:microsoft.com/office/officeart/2008/layout/LinedList"/>
    <dgm:cxn modelId="{ADEDCDC3-B5CA-4392-B7AD-DA267148647B}" type="presParOf" srcId="{BEDC3456-5CE5-4592-804E-2059254203CA}" destId="{4EDCFA1B-500E-42F5-A72F-7C87DB844193}" srcOrd="1" destOrd="0" presId="urn:microsoft.com/office/officeart/2008/layout/LinedList"/>
    <dgm:cxn modelId="{E0397586-33B3-45DE-AAE4-B9267462F7AA}" type="presParOf" srcId="{6671AC2F-0CBB-49BE-A2CF-32EDAEEEC7CF}" destId="{24B26029-0475-44A2-A1DA-FAF0223CFE29}" srcOrd="18" destOrd="0" presId="urn:microsoft.com/office/officeart/2008/layout/LinedList"/>
    <dgm:cxn modelId="{EF6340F3-4A99-4D95-9CB1-9F421F31ED9D}" type="presParOf" srcId="{6671AC2F-0CBB-49BE-A2CF-32EDAEEEC7CF}" destId="{2E4DF8D7-0428-43B0-B130-F97AF6B3EBAB}" srcOrd="19" destOrd="0" presId="urn:microsoft.com/office/officeart/2008/layout/LinedList"/>
    <dgm:cxn modelId="{80228228-D794-421B-BBFE-B20FAEE57490}" type="presParOf" srcId="{2E4DF8D7-0428-43B0-B130-F97AF6B3EBAB}" destId="{35148116-F15D-4587-9E33-300416ED4C01}" srcOrd="0" destOrd="0" presId="urn:microsoft.com/office/officeart/2008/layout/LinedList"/>
    <dgm:cxn modelId="{454C87EC-6EF8-4D71-BEF0-380057F2B2EA}" type="presParOf" srcId="{2E4DF8D7-0428-43B0-B130-F97AF6B3EBAB}" destId="{6E4A2654-0819-42E6-BE0A-DA49948157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41312B-5251-4A4F-B517-A9CC2046A7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61B6F0-F473-4475-9A7A-08A29E1BD77B}">
      <dgm:prSet/>
      <dgm:spPr/>
      <dgm:t>
        <a:bodyPr/>
        <a:lstStyle/>
        <a:p>
          <a:r>
            <a:rPr lang="en-US"/>
            <a:t>Manual testing is time-consuming and error-prone</a:t>
          </a:r>
        </a:p>
      </dgm:t>
    </dgm:pt>
    <dgm:pt modelId="{0F2D32C2-67E4-450B-8DC5-8B177F8BDA81}" type="parTrans" cxnId="{08F0FD40-225B-449E-8101-92A0E437A394}">
      <dgm:prSet/>
      <dgm:spPr/>
      <dgm:t>
        <a:bodyPr/>
        <a:lstStyle/>
        <a:p>
          <a:endParaRPr lang="en-US"/>
        </a:p>
      </dgm:t>
    </dgm:pt>
    <dgm:pt modelId="{28C9A31A-9067-4403-ADDD-C10653466498}" type="sibTrans" cxnId="{08F0FD40-225B-449E-8101-92A0E437A394}">
      <dgm:prSet/>
      <dgm:spPr/>
      <dgm:t>
        <a:bodyPr/>
        <a:lstStyle/>
        <a:p>
          <a:endParaRPr lang="en-US"/>
        </a:p>
      </dgm:t>
    </dgm:pt>
    <dgm:pt modelId="{BAE3F7BA-1BE1-4DEB-82E6-32FC18CA71F6}">
      <dgm:prSet/>
      <dgm:spPr/>
      <dgm:t>
        <a:bodyPr/>
        <a:lstStyle/>
        <a:p>
          <a:r>
            <a:rPr lang="en-US"/>
            <a:t>Inconsistent test coverage across application layers</a:t>
          </a:r>
        </a:p>
      </dgm:t>
    </dgm:pt>
    <dgm:pt modelId="{156CB794-1ABB-40CF-B44F-AA87188C3A14}" type="parTrans" cxnId="{5000DEC5-B614-47CA-AEEE-3307D16B18FB}">
      <dgm:prSet/>
      <dgm:spPr/>
      <dgm:t>
        <a:bodyPr/>
        <a:lstStyle/>
        <a:p>
          <a:endParaRPr lang="en-US"/>
        </a:p>
      </dgm:t>
    </dgm:pt>
    <dgm:pt modelId="{E505B710-051C-48CD-9771-156C4F27C5EB}" type="sibTrans" cxnId="{5000DEC5-B614-47CA-AEEE-3307D16B18FB}">
      <dgm:prSet/>
      <dgm:spPr/>
      <dgm:t>
        <a:bodyPr/>
        <a:lstStyle/>
        <a:p>
          <a:endParaRPr lang="en-US"/>
        </a:p>
      </dgm:t>
    </dgm:pt>
    <dgm:pt modelId="{ED97F601-56C6-4312-87C4-3A8E75B10DE7}">
      <dgm:prSet/>
      <dgm:spPr/>
      <dgm:t>
        <a:bodyPr/>
        <a:lstStyle/>
        <a:p>
          <a:r>
            <a:rPr lang="en-US"/>
            <a:t>Lack of automated quality gates in deployment</a:t>
          </a:r>
        </a:p>
      </dgm:t>
    </dgm:pt>
    <dgm:pt modelId="{CCEE2C96-8B9C-42F0-ADD7-BF3386EEF31E}" type="parTrans" cxnId="{DD7AB53E-4236-4A1A-BB09-0F03ADE6AA27}">
      <dgm:prSet/>
      <dgm:spPr/>
      <dgm:t>
        <a:bodyPr/>
        <a:lstStyle/>
        <a:p>
          <a:endParaRPr lang="en-US"/>
        </a:p>
      </dgm:t>
    </dgm:pt>
    <dgm:pt modelId="{36FBA6C8-5393-48EA-81A2-180674939B5C}" type="sibTrans" cxnId="{DD7AB53E-4236-4A1A-BB09-0F03ADE6AA27}">
      <dgm:prSet/>
      <dgm:spPr/>
      <dgm:t>
        <a:bodyPr/>
        <a:lstStyle/>
        <a:p>
          <a:endParaRPr lang="en-US"/>
        </a:p>
      </dgm:t>
    </dgm:pt>
    <dgm:pt modelId="{6B75CD1E-4CC2-4288-BA4D-1053970D48FC}">
      <dgm:prSet/>
      <dgm:spPr/>
      <dgm:t>
        <a:bodyPr/>
        <a:lstStyle/>
        <a:p>
          <a:r>
            <a:rPr lang="en-US"/>
            <a:t>Difficulty maintaining test reliability at scale</a:t>
          </a:r>
        </a:p>
      </dgm:t>
    </dgm:pt>
    <dgm:pt modelId="{F64F9AF3-0FAC-4DC4-9E20-025260410003}" type="parTrans" cxnId="{212E520A-B6FC-4F89-AC1D-AD4F6BC5EA3F}">
      <dgm:prSet/>
      <dgm:spPr/>
      <dgm:t>
        <a:bodyPr/>
        <a:lstStyle/>
        <a:p>
          <a:endParaRPr lang="en-US"/>
        </a:p>
      </dgm:t>
    </dgm:pt>
    <dgm:pt modelId="{51435966-F428-4EC8-8858-720572B4FEC3}" type="sibTrans" cxnId="{212E520A-B6FC-4F89-AC1D-AD4F6BC5EA3F}">
      <dgm:prSet/>
      <dgm:spPr/>
      <dgm:t>
        <a:bodyPr/>
        <a:lstStyle/>
        <a:p>
          <a:endParaRPr lang="en-US"/>
        </a:p>
      </dgm:t>
    </dgm:pt>
    <dgm:pt modelId="{2AC406BB-A3FA-4362-A827-800C6DBA0071}">
      <dgm:prSet/>
      <dgm:spPr/>
      <dgm:t>
        <a:bodyPr/>
        <a:lstStyle/>
        <a:p>
          <a:r>
            <a:rPr lang="en-US"/>
            <a:t>No standardized testing approach for MERN stack</a:t>
          </a:r>
        </a:p>
      </dgm:t>
    </dgm:pt>
    <dgm:pt modelId="{705C8360-2D7A-4ED6-ABE9-E73C121E0B5D}" type="parTrans" cxnId="{248DCBDC-5381-4356-8567-C92971F23621}">
      <dgm:prSet/>
      <dgm:spPr/>
      <dgm:t>
        <a:bodyPr/>
        <a:lstStyle/>
        <a:p>
          <a:endParaRPr lang="en-US"/>
        </a:p>
      </dgm:t>
    </dgm:pt>
    <dgm:pt modelId="{E51F81D7-BE9B-43A2-96B9-4A6AC5BE4E42}" type="sibTrans" cxnId="{248DCBDC-5381-4356-8567-C92971F23621}">
      <dgm:prSet/>
      <dgm:spPr/>
      <dgm:t>
        <a:bodyPr/>
        <a:lstStyle/>
        <a:p>
          <a:endParaRPr lang="en-US"/>
        </a:p>
      </dgm:t>
    </dgm:pt>
    <dgm:pt modelId="{B93FCAF9-E805-471C-97E7-EF63CA422EC0}">
      <dgm:prSet/>
      <dgm:spPr/>
      <dgm:t>
        <a:bodyPr/>
        <a:lstStyle/>
        <a:p>
          <a:r>
            <a:rPr lang="en-US"/>
            <a:t>Delayed feedback on code quality issues</a:t>
          </a:r>
        </a:p>
      </dgm:t>
    </dgm:pt>
    <dgm:pt modelId="{7853D4A4-EC81-498A-BD73-ABCC839BF788}" type="parTrans" cxnId="{736E418E-9459-480E-BA0D-1DFA07EBFA7A}">
      <dgm:prSet/>
      <dgm:spPr/>
      <dgm:t>
        <a:bodyPr/>
        <a:lstStyle/>
        <a:p>
          <a:endParaRPr lang="en-US"/>
        </a:p>
      </dgm:t>
    </dgm:pt>
    <dgm:pt modelId="{198A65CA-196F-4F51-AAA8-5427B807EACE}" type="sibTrans" cxnId="{736E418E-9459-480E-BA0D-1DFA07EBFA7A}">
      <dgm:prSet/>
      <dgm:spPr/>
      <dgm:t>
        <a:bodyPr/>
        <a:lstStyle/>
        <a:p>
          <a:endParaRPr lang="en-US"/>
        </a:p>
      </dgm:t>
    </dgm:pt>
    <dgm:pt modelId="{219321F1-8601-44BE-9606-B573755D4F3D}">
      <dgm:prSet/>
      <dgm:spPr/>
      <dgm:t>
        <a:bodyPr/>
        <a:lstStyle/>
        <a:p>
          <a:r>
            <a:rPr lang="en-US"/>
            <a:t>High cost of bug fixes in production</a:t>
          </a:r>
        </a:p>
      </dgm:t>
    </dgm:pt>
    <dgm:pt modelId="{E4C0DE4A-775C-4C71-82F5-99A5F1051F8B}" type="parTrans" cxnId="{0D7269AE-F469-4599-BBC1-00B17B97FBB4}">
      <dgm:prSet/>
      <dgm:spPr/>
      <dgm:t>
        <a:bodyPr/>
        <a:lstStyle/>
        <a:p>
          <a:endParaRPr lang="en-US"/>
        </a:p>
      </dgm:t>
    </dgm:pt>
    <dgm:pt modelId="{6DBA46F2-B0B8-40A1-8756-9CB11D0B7206}" type="sibTrans" cxnId="{0D7269AE-F469-4599-BBC1-00B17B97FBB4}">
      <dgm:prSet/>
      <dgm:spPr/>
      <dgm:t>
        <a:bodyPr/>
        <a:lstStyle/>
        <a:p>
          <a:endParaRPr lang="en-US"/>
        </a:p>
      </dgm:t>
    </dgm:pt>
    <dgm:pt modelId="{D1623AEC-DB7B-48C6-BC40-D61C5262BBD5}" type="pres">
      <dgm:prSet presAssocID="{C941312B-5251-4A4F-B517-A9CC2046A708}" presName="linear" presStyleCnt="0">
        <dgm:presLayoutVars>
          <dgm:animLvl val="lvl"/>
          <dgm:resizeHandles val="exact"/>
        </dgm:presLayoutVars>
      </dgm:prSet>
      <dgm:spPr/>
    </dgm:pt>
    <dgm:pt modelId="{2BF604B7-5ADF-41D6-9E95-B4803572CA52}" type="pres">
      <dgm:prSet presAssocID="{FE61B6F0-F473-4475-9A7A-08A29E1BD77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EE4C867-6BFC-484E-8E5A-C05DD034BD94}" type="pres">
      <dgm:prSet presAssocID="{28C9A31A-9067-4403-ADDD-C10653466498}" presName="spacer" presStyleCnt="0"/>
      <dgm:spPr/>
    </dgm:pt>
    <dgm:pt modelId="{7610A592-345F-4D0E-8EDA-59462648D3E2}" type="pres">
      <dgm:prSet presAssocID="{BAE3F7BA-1BE1-4DEB-82E6-32FC18CA71F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29E026A-A719-4306-A427-018507F03C81}" type="pres">
      <dgm:prSet presAssocID="{E505B710-051C-48CD-9771-156C4F27C5EB}" presName="spacer" presStyleCnt="0"/>
      <dgm:spPr/>
    </dgm:pt>
    <dgm:pt modelId="{E56E927C-4480-48DA-9C53-988EA5A44515}" type="pres">
      <dgm:prSet presAssocID="{ED97F601-56C6-4312-87C4-3A8E75B10DE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1692CEB-E1A7-4301-8E43-00810172A74B}" type="pres">
      <dgm:prSet presAssocID="{36FBA6C8-5393-48EA-81A2-180674939B5C}" presName="spacer" presStyleCnt="0"/>
      <dgm:spPr/>
    </dgm:pt>
    <dgm:pt modelId="{AEEF68C4-8330-48EC-8638-C5F152A1CEAE}" type="pres">
      <dgm:prSet presAssocID="{6B75CD1E-4CC2-4288-BA4D-1053970D48F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B05B80F-653A-41A1-82B4-9045F17372B4}" type="pres">
      <dgm:prSet presAssocID="{51435966-F428-4EC8-8858-720572B4FEC3}" presName="spacer" presStyleCnt="0"/>
      <dgm:spPr/>
    </dgm:pt>
    <dgm:pt modelId="{F000CD06-1F1F-407E-91FE-7C19A70E2222}" type="pres">
      <dgm:prSet presAssocID="{2AC406BB-A3FA-4362-A827-800C6DBA007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EC70378-74D4-481F-98BC-2AD2ED65426B}" type="pres">
      <dgm:prSet presAssocID="{E51F81D7-BE9B-43A2-96B9-4A6AC5BE4E42}" presName="spacer" presStyleCnt="0"/>
      <dgm:spPr/>
    </dgm:pt>
    <dgm:pt modelId="{66535D01-C737-44A8-93F9-D63D055A00F4}" type="pres">
      <dgm:prSet presAssocID="{B93FCAF9-E805-471C-97E7-EF63CA422EC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F8CBB51-45CC-41D4-A076-9E27FAA571BE}" type="pres">
      <dgm:prSet presAssocID="{198A65CA-196F-4F51-AAA8-5427B807EACE}" presName="spacer" presStyleCnt="0"/>
      <dgm:spPr/>
    </dgm:pt>
    <dgm:pt modelId="{1E11CB45-E4A9-4333-9E06-F977A9C3F4EE}" type="pres">
      <dgm:prSet presAssocID="{219321F1-8601-44BE-9606-B573755D4F3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4B6FE01-20E2-4465-AC3A-A442D39D9CF5}" type="presOf" srcId="{C941312B-5251-4A4F-B517-A9CC2046A708}" destId="{D1623AEC-DB7B-48C6-BC40-D61C5262BBD5}" srcOrd="0" destOrd="0" presId="urn:microsoft.com/office/officeart/2005/8/layout/vList2"/>
    <dgm:cxn modelId="{212E520A-B6FC-4F89-AC1D-AD4F6BC5EA3F}" srcId="{C941312B-5251-4A4F-B517-A9CC2046A708}" destId="{6B75CD1E-4CC2-4288-BA4D-1053970D48FC}" srcOrd="3" destOrd="0" parTransId="{F64F9AF3-0FAC-4DC4-9E20-025260410003}" sibTransId="{51435966-F428-4EC8-8858-720572B4FEC3}"/>
    <dgm:cxn modelId="{67A5E837-9EFD-487C-8F2C-5814845D6866}" type="presOf" srcId="{ED97F601-56C6-4312-87C4-3A8E75B10DE7}" destId="{E56E927C-4480-48DA-9C53-988EA5A44515}" srcOrd="0" destOrd="0" presId="urn:microsoft.com/office/officeart/2005/8/layout/vList2"/>
    <dgm:cxn modelId="{E049BD3A-F9D1-46CB-B701-57CDE59156BB}" type="presOf" srcId="{FE61B6F0-F473-4475-9A7A-08A29E1BD77B}" destId="{2BF604B7-5ADF-41D6-9E95-B4803572CA52}" srcOrd="0" destOrd="0" presId="urn:microsoft.com/office/officeart/2005/8/layout/vList2"/>
    <dgm:cxn modelId="{DD7AB53E-4236-4A1A-BB09-0F03ADE6AA27}" srcId="{C941312B-5251-4A4F-B517-A9CC2046A708}" destId="{ED97F601-56C6-4312-87C4-3A8E75B10DE7}" srcOrd="2" destOrd="0" parTransId="{CCEE2C96-8B9C-42F0-ADD7-BF3386EEF31E}" sibTransId="{36FBA6C8-5393-48EA-81A2-180674939B5C}"/>
    <dgm:cxn modelId="{08F0FD40-225B-449E-8101-92A0E437A394}" srcId="{C941312B-5251-4A4F-B517-A9CC2046A708}" destId="{FE61B6F0-F473-4475-9A7A-08A29E1BD77B}" srcOrd="0" destOrd="0" parTransId="{0F2D32C2-67E4-450B-8DC5-8B177F8BDA81}" sibTransId="{28C9A31A-9067-4403-ADDD-C10653466498}"/>
    <dgm:cxn modelId="{AAA92867-320B-4043-AA16-EDD930C3B0B1}" type="presOf" srcId="{B93FCAF9-E805-471C-97E7-EF63CA422EC0}" destId="{66535D01-C737-44A8-93F9-D63D055A00F4}" srcOrd="0" destOrd="0" presId="urn:microsoft.com/office/officeart/2005/8/layout/vList2"/>
    <dgm:cxn modelId="{736E418E-9459-480E-BA0D-1DFA07EBFA7A}" srcId="{C941312B-5251-4A4F-B517-A9CC2046A708}" destId="{B93FCAF9-E805-471C-97E7-EF63CA422EC0}" srcOrd="5" destOrd="0" parTransId="{7853D4A4-EC81-498A-BD73-ABCC839BF788}" sibTransId="{198A65CA-196F-4F51-AAA8-5427B807EACE}"/>
    <dgm:cxn modelId="{2ECC7893-9DE1-4F85-972B-4D8EB87A7683}" type="presOf" srcId="{BAE3F7BA-1BE1-4DEB-82E6-32FC18CA71F6}" destId="{7610A592-345F-4D0E-8EDA-59462648D3E2}" srcOrd="0" destOrd="0" presId="urn:microsoft.com/office/officeart/2005/8/layout/vList2"/>
    <dgm:cxn modelId="{B1E7F1A2-61C2-42E3-8D06-8628829C81E2}" type="presOf" srcId="{6B75CD1E-4CC2-4288-BA4D-1053970D48FC}" destId="{AEEF68C4-8330-48EC-8638-C5F152A1CEAE}" srcOrd="0" destOrd="0" presId="urn:microsoft.com/office/officeart/2005/8/layout/vList2"/>
    <dgm:cxn modelId="{0D7269AE-F469-4599-BBC1-00B17B97FBB4}" srcId="{C941312B-5251-4A4F-B517-A9CC2046A708}" destId="{219321F1-8601-44BE-9606-B573755D4F3D}" srcOrd="6" destOrd="0" parTransId="{E4C0DE4A-775C-4C71-82F5-99A5F1051F8B}" sibTransId="{6DBA46F2-B0B8-40A1-8756-9CB11D0B7206}"/>
    <dgm:cxn modelId="{5000DEC5-B614-47CA-AEEE-3307D16B18FB}" srcId="{C941312B-5251-4A4F-B517-A9CC2046A708}" destId="{BAE3F7BA-1BE1-4DEB-82E6-32FC18CA71F6}" srcOrd="1" destOrd="0" parTransId="{156CB794-1ABB-40CF-B44F-AA87188C3A14}" sibTransId="{E505B710-051C-48CD-9771-156C4F27C5EB}"/>
    <dgm:cxn modelId="{27D0EFD0-69D4-4CC9-ADD1-6882D3F089A4}" type="presOf" srcId="{219321F1-8601-44BE-9606-B573755D4F3D}" destId="{1E11CB45-E4A9-4333-9E06-F977A9C3F4EE}" srcOrd="0" destOrd="0" presId="urn:microsoft.com/office/officeart/2005/8/layout/vList2"/>
    <dgm:cxn modelId="{174581DC-1794-4319-AD39-EC5DF1EA1431}" type="presOf" srcId="{2AC406BB-A3FA-4362-A827-800C6DBA0071}" destId="{F000CD06-1F1F-407E-91FE-7C19A70E2222}" srcOrd="0" destOrd="0" presId="urn:microsoft.com/office/officeart/2005/8/layout/vList2"/>
    <dgm:cxn modelId="{248DCBDC-5381-4356-8567-C92971F23621}" srcId="{C941312B-5251-4A4F-B517-A9CC2046A708}" destId="{2AC406BB-A3FA-4362-A827-800C6DBA0071}" srcOrd="4" destOrd="0" parTransId="{705C8360-2D7A-4ED6-ABE9-E73C121E0B5D}" sibTransId="{E51F81D7-BE9B-43A2-96B9-4A6AC5BE4E42}"/>
    <dgm:cxn modelId="{95174749-2757-4467-BF07-EECEDD944376}" type="presParOf" srcId="{D1623AEC-DB7B-48C6-BC40-D61C5262BBD5}" destId="{2BF604B7-5ADF-41D6-9E95-B4803572CA52}" srcOrd="0" destOrd="0" presId="urn:microsoft.com/office/officeart/2005/8/layout/vList2"/>
    <dgm:cxn modelId="{6D7B6043-4A76-4A06-B76D-51E988537EE9}" type="presParOf" srcId="{D1623AEC-DB7B-48C6-BC40-D61C5262BBD5}" destId="{8EE4C867-6BFC-484E-8E5A-C05DD034BD94}" srcOrd="1" destOrd="0" presId="urn:microsoft.com/office/officeart/2005/8/layout/vList2"/>
    <dgm:cxn modelId="{BC8C9587-3B78-4C02-AB96-3ED18370F743}" type="presParOf" srcId="{D1623AEC-DB7B-48C6-BC40-D61C5262BBD5}" destId="{7610A592-345F-4D0E-8EDA-59462648D3E2}" srcOrd="2" destOrd="0" presId="urn:microsoft.com/office/officeart/2005/8/layout/vList2"/>
    <dgm:cxn modelId="{5E796A34-3285-4E9E-9E48-D251D8E84F8D}" type="presParOf" srcId="{D1623AEC-DB7B-48C6-BC40-D61C5262BBD5}" destId="{929E026A-A719-4306-A427-018507F03C81}" srcOrd="3" destOrd="0" presId="urn:microsoft.com/office/officeart/2005/8/layout/vList2"/>
    <dgm:cxn modelId="{4D840BC8-229C-4C2D-8D92-41D4EE1B82C6}" type="presParOf" srcId="{D1623AEC-DB7B-48C6-BC40-D61C5262BBD5}" destId="{E56E927C-4480-48DA-9C53-988EA5A44515}" srcOrd="4" destOrd="0" presId="urn:microsoft.com/office/officeart/2005/8/layout/vList2"/>
    <dgm:cxn modelId="{17B91099-59AF-4CD7-B18D-2B0D1A09D9C0}" type="presParOf" srcId="{D1623AEC-DB7B-48C6-BC40-D61C5262BBD5}" destId="{51692CEB-E1A7-4301-8E43-00810172A74B}" srcOrd="5" destOrd="0" presId="urn:microsoft.com/office/officeart/2005/8/layout/vList2"/>
    <dgm:cxn modelId="{DFD4B065-27D5-49DF-B647-0745D350B788}" type="presParOf" srcId="{D1623AEC-DB7B-48C6-BC40-D61C5262BBD5}" destId="{AEEF68C4-8330-48EC-8638-C5F152A1CEAE}" srcOrd="6" destOrd="0" presId="urn:microsoft.com/office/officeart/2005/8/layout/vList2"/>
    <dgm:cxn modelId="{C441BDF1-638D-4510-AD9C-177A94272D9E}" type="presParOf" srcId="{D1623AEC-DB7B-48C6-BC40-D61C5262BBD5}" destId="{2B05B80F-653A-41A1-82B4-9045F17372B4}" srcOrd="7" destOrd="0" presId="urn:microsoft.com/office/officeart/2005/8/layout/vList2"/>
    <dgm:cxn modelId="{DEFE96FD-4F20-43D8-97D6-7D47FB00FAF6}" type="presParOf" srcId="{D1623AEC-DB7B-48C6-BC40-D61C5262BBD5}" destId="{F000CD06-1F1F-407E-91FE-7C19A70E2222}" srcOrd="8" destOrd="0" presId="urn:microsoft.com/office/officeart/2005/8/layout/vList2"/>
    <dgm:cxn modelId="{15B06498-D3CA-4123-9D1E-1645537FF321}" type="presParOf" srcId="{D1623AEC-DB7B-48C6-BC40-D61C5262BBD5}" destId="{EEC70378-74D4-481F-98BC-2AD2ED65426B}" srcOrd="9" destOrd="0" presId="urn:microsoft.com/office/officeart/2005/8/layout/vList2"/>
    <dgm:cxn modelId="{81E8C78C-7C8C-4582-8647-EB4CEB0AB145}" type="presParOf" srcId="{D1623AEC-DB7B-48C6-BC40-D61C5262BBD5}" destId="{66535D01-C737-44A8-93F9-D63D055A00F4}" srcOrd="10" destOrd="0" presId="urn:microsoft.com/office/officeart/2005/8/layout/vList2"/>
    <dgm:cxn modelId="{6E039861-6AE8-4CEB-A61C-A3FF3D3F2AAD}" type="presParOf" srcId="{D1623AEC-DB7B-48C6-BC40-D61C5262BBD5}" destId="{5F8CBB51-45CC-41D4-A076-9E27FAA571BE}" srcOrd="11" destOrd="0" presId="urn:microsoft.com/office/officeart/2005/8/layout/vList2"/>
    <dgm:cxn modelId="{9A063BB6-8F5E-461D-835D-7E136D6DF45A}" type="presParOf" srcId="{D1623AEC-DB7B-48C6-BC40-D61C5262BBD5}" destId="{1E11CB45-E4A9-4333-9E06-F977A9C3F4E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F873BF-8C61-4573-8656-447A644CA79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A1A0ACF-7D6E-42E7-92F6-1FBFC6A8B339}">
      <dgm:prSet/>
      <dgm:spPr/>
      <dgm:t>
        <a:bodyPr/>
        <a:lstStyle/>
        <a:p>
          <a:r>
            <a:rPr lang="en-US"/>
            <a:t>Frontend: React with Component Testing</a:t>
          </a:r>
        </a:p>
      </dgm:t>
    </dgm:pt>
    <dgm:pt modelId="{A2BBDD71-73C4-4309-B4F0-2D08499B094A}" type="parTrans" cxnId="{CF283518-9DF0-4979-B706-1F46EC3B9E06}">
      <dgm:prSet/>
      <dgm:spPr/>
      <dgm:t>
        <a:bodyPr/>
        <a:lstStyle/>
        <a:p>
          <a:endParaRPr lang="en-US"/>
        </a:p>
      </dgm:t>
    </dgm:pt>
    <dgm:pt modelId="{F2A7AE30-84E6-43AB-9B5A-848AFB24581B}" type="sibTrans" cxnId="{CF283518-9DF0-4979-B706-1F46EC3B9E06}">
      <dgm:prSet/>
      <dgm:spPr/>
      <dgm:t>
        <a:bodyPr/>
        <a:lstStyle/>
        <a:p>
          <a:endParaRPr lang="en-US"/>
        </a:p>
      </dgm:t>
    </dgm:pt>
    <dgm:pt modelId="{E843F67F-0889-4894-A04A-A82614512738}">
      <dgm:prSet/>
      <dgm:spPr/>
      <dgm:t>
        <a:bodyPr/>
        <a:lstStyle/>
        <a:p>
          <a:r>
            <a:rPr lang="en-US"/>
            <a:t>Backend: Node.js/Express with API Testing</a:t>
          </a:r>
        </a:p>
      </dgm:t>
    </dgm:pt>
    <dgm:pt modelId="{B0A68210-5EF8-46B4-8883-596BE7CEFB2B}" type="parTrans" cxnId="{FF9FA3B2-533D-4F3D-97DA-7D58AED5D6D8}">
      <dgm:prSet/>
      <dgm:spPr/>
      <dgm:t>
        <a:bodyPr/>
        <a:lstStyle/>
        <a:p>
          <a:endParaRPr lang="en-US"/>
        </a:p>
      </dgm:t>
    </dgm:pt>
    <dgm:pt modelId="{2BEC0263-A081-485C-91A2-99B4F644F66D}" type="sibTrans" cxnId="{FF9FA3B2-533D-4F3D-97DA-7D58AED5D6D8}">
      <dgm:prSet/>
      <dgm:spPr/>
      <dgm:t>
        <a:bodyPr/>
        <a:lstStyle/>
        <a:p>
          <a:endParaRPr lang="en-US"/>
        </a:p>
      </dgm:t>
    </dgm:pt>
    <dgm:pt modelId="{AB43B084-22ED-4D9A-AD1A-3ED12923803B}">
      <dgm:prSet/>
      <dgm:spPr/>
      <dgm:t>
        <a:bodyPr/>
        <a:lstStyle/>
        <a:p>
          <a:r>
            <a:rPr lang="en-US"/>
            <a:t>Database: MongoDB with Test Data Seeding</a:t>
          </a:r>
        </a:p>
      </dgm:t>
    </dgm:pt>
    <dgm:pt modelId="{0DADC861-1AFA-4B8E-AAEB-8F4FCF32FE0C}" type="parTrans" cxnId="{6A9421EB-7BE5-458E-BDB5-D2F4CAAE0B4A}">
      <dgm:prSet/>
      <dgm:spPr/>
      <dgm:t>
        <a:bodyPr/>
        <a:lstStyle/>
        <a:p>
          <a:endParaRPr lang="en-US"/>
        </a:p>
      </dgm:t>
    </dgm:pt>
    <dgm:pt modelId="{B913ADE5-9995-4FFC-A3DD-55873A8333A4}" type="sibTrans" cxnId="{6A9421EB-7BE5-458E-BDB5-D2F4CAAE0B4A}">
      <dgm:prSet/>
      <dgm:spPr/>
      <dgm:t>
        <a:bodyPr/>
        <a:lstStyle/>
        <a:p>
          <a:endParaRPr lang="en-US"/>
        </a:p>
      </dgm:t>
    </dgm:pt>
    <dgm:pt modelId="{A202AEF1-0117-4153-BCD7-A1D83B5E7323}">
      <dgm:prSet/>
      <dgm:spPr/>
      <dgm:t>
        <a:bodyPr/>
        <a:lstStyle/>
        <a:p>
          <a:r>
            <a:rPr lang="en-US"/>
            <a:t>Testing Layers:</a:t>
          </a:r>
        </a:p>
      </dgm:t>
    </dgm:pt>
    <dgm:pt modelId="{E2995FD1-6700-403C-987C-E919510E20AE}" type="parTrans" cxnId="{82D2D225-28FF-481D-82D2-68A37DDD21BC}">
      <dgm:prSet/>
      <dgm:spPr/>
      <dgm:t>
        <a:bodyPr/>
        <a:lstStyle/>
        <a:p>
          <a:endParaRPr lang="en-US"/>
        </a:p>
      </dgm:t>
    </dgm:pt>
    <dgm:pt modelId="{2A4DD2F0-A273-48C5-A570-6717523982AD}" type="sibTrans" cxnId="{82D2D225-28FF-481D-82D2-68A37DDD21BC}">
      <dgm:prSet/>
      <dgm:spPr/>
      <dgm:t>
        <a:bodyPr/>
        <a:lstStyle/>
        <a:p>
          <a:endParaRPr lang="en-US"/>
        </a:p>
      </dgm:t>
    </dgm:pt>
    <dgm:pt modelId="{9848F230-556B-4D78-AD71-EA287BF2441E}">
      <dgm:prSet/>
      <dgm:spPr/>
      <dgm:t>
        <a:bodyPr/>
        <a:lstStyle/>
        <a:p>
          <a:r>
            <a:rPr lang="en-US"/>
            <a:t>• Unit Tests - Individual functions/components</a:t>
          </a:r>
        </a:p>
      </dgm:t>
    </dgm:pt>
    <dgm:pt modelId="{254AA348-1553-41C7-941D-56E7627FED85}" type="parTrans" cxnId="{A9569D6A-BE86-48EC-A83F-EC534B46169B}">
      <dgm:prSet/>
      <dgm:spPr/>
      <dgm:t>
        <a:bodyPr/>
        <a:lstStyle/>
        <a:p>
          <a:endParaRPr lang="en-US"/>
        </a:p>
      </dgm:t>
    </dgm:pt>
    <dgm:pt modelId="{4DA1982F-92FB-411A-AB09-9354DC506E27}" type="sibTrans" cxnId="{A9569D6A-BE86-48EC-A83F-EC534B46169B}">
      <dgm:prSet/>
      <dgm:spPr/>
      <dgm:t>
        <a:bodyPr/>
        <a:lstStyle/>
        <a:p>
          <a:endParaRPr lang="en-US"/>
        </a:p>
      </dgm:t>
    </dgm:pt>
    <dgm:pt modelId="{319F0FA0-917A-4632-97E6-FAB6EC366818}">
      <dgm:prSet/>
      <dgm:spPr/>
      <dgm:t>
        <a:bodyPr/>
        <a:lstStyle/>
        <a:p>
          <a:r>
            <a:rPr lang="en-US"/>
            <a:t>• Integration Tests - API endpoints &amp; database</a:t>
          </a:r>
        </a:p>
      </dgm:t>
    </dgm:pt>
    <dgm:pt modelId="{8E298250-D102-41E1-B160-42768A73D7F3}" type="parTrans" cxnId="{52CAEB8F-F7E8-4AAD-BEFD-880FA2D1D7A9}">
      <dgm:prSet/>
      <dgm:spPr/>
      <dgm:t>
        <a:bodyPr/>
        <a:lstStyle/>
        <a:p>
          <a:endParaRPr lang="en-US"/>
        </a:p>
      </dgm:t>
    </dgm:pt>
    <dgm:pt modelId="{D913316A-D7E8-4B98-A254-5D366F50DC52}" type="sibTrans" cxnId="{52CAEB8F-F7E8-4AAD-BEFD-880FA2D1D7A9}">
      <dgm:prSet/>
      <dgm:spPr/>
      <dgm:t>
        <a:bodyPr/>
        <a:lstStyle/>
        <a:p>
          <a:endParaRPr lang="en-US"/>
        </a:p>
      </dgm:t>
    </dgm:pt>
    <dgm:pt modelId="{00FCC488-2192-44CA-80ED-4EDA5787137E}">
      <dgm:prSet/>
      <dgm:spPr/>
      <dgm:t>
        <a:bodyPr/>
        <a:lstStyle/>
        <a:p>
          <a:r>
            <a:rPr lang="en-US"/>
            <a:t>• E2E Tests - Full user workflows</a:t>
          </a:r>
        </a:p>
      </dgm:t>
    </dgm:pt>
    <dgm:pt modelId="{A2FBCC4B-2929-41D8-9245-29040817E064}" type="parTrans" cxnId="{6DE13EF9-BB20-4622-A7FC-54896714E788}">
      <dgm:prSet/>
      <dgm:spPr/>
      <dgm:t>
        <a:bodyPr/>
        <a:lstStyle/>
        <a:p>
          <a:endParaRPr lang="en-US"/>
        </a:p>
      </dgm:t>
    </dgm:pt>
    <dgm:pt modelId="{DAE46737-F85F-476C-99E1-C65179A4D863}" type="sibTrans" cxnId="{6DE13EF9-BB20-4622-A7FC-54896714E788}">
      <dgm:prSet/>
      <dgm:spPr/>
      <dgm:t>
        <a:bodyPr/>
        <a:lstStyle/>
        <a:p>
          <a:endParaRPr lang="en-US"/>
        </a:p>
      </dgm:t>
    </dgm:pt>
    <dgm:pt modelId="{8A144763-0B14-43DA-8158-301E346466D0}">
      <dgm:prSet/>
      <dgm:spPr/>
      <dgm:t>
        <a:bodyPr/>
        <a:lstStyle/>
        <a:p>
          <a:r>
            <a:rPr lang="en-US"/>
            <a:t>CI/CD: GitHub Actions with automated workflows</a:t>
          </a:r>
        </a:p>
      </dgm:t>
    </dgm:pt>
    <dgm:pt modelId="{84133CAF-817A-464A-B7E6-CE2F8D6B4AAF}" type="parTrans" cxnId="{11AA8D12-1CEE-4817-BE7C-AC0E8081E4E7}">
      <dgm:prSet/>
      <dgm:spPr/>
      <dgm:t>
        <a:bodyPr/>
        <a:lstStyle/>
        <a:p>
          <a:endParaRPr lang="en-US"/>
        </a:p>
      </dgm:t>
    </dgm:pt>
    <dgm:pt modelId="{DF735EA1-2826-4B95-8519-D7F22A008722}" type="sibTrans" cxnId="{11AA8D12-1CEE-4817-BE7C-AC0E8081E4E7}">
      <dgm:prSet/>
      <dgm:spPr/>
      <dgm:t>
        <a:bodyPr/>
        <a:lstStyle/>
        <a:p>
          <a:endParaRPr lang="en-US"/>
        </a:p>
      </dgm:t>
    </dgm:pt>
    <dgm:pt modelId="{7D605A93-D9D6-44D5-81A1-9A4029B75AB2}">
      <dgm:prSet/>
      <dgm:spPr/>
      <dgm:t>
        <a:bodyPr/>
        <a:lstStyle/>
        <a:p>
          <a:r>
            <a:rPr lang="en-US"/>
            <a:t>Test Environment: Isolated test database</a:t>
          </a:r>
        </a:p>
      </dgm:t>
    </dgm:pt>
    <dgm:pt modelId="{FC668009-FB2E-4D55-8582-DE5780D81E96}" type="parTrans" cxnId="{77C774AC-FEC4-4401-81FF-617DCCAFD7BF}">
      <dgm:prSet/>
      <dgm:spPr/>
      <dgm:t>
        <a:bodyPr/>
        <a:lstStyle/>
        <a:p>
          <a:endParaRPr lang="en-US"/>
        </a:p>
      </dgm:t>
    </dgm:pt>
    <dgm:pt modelId="{FA917728-E4E9-47E0-B3AF-0B203FB3AA60}" type="sibTrans" cxnId="{77C774AC-FEC4-4401-81FF-617DCCAFD7BF}">
      <dgm:prSet/>
      <dgm:spPr/>
      <dgm:t>
        <a:bodyPr/>
        <a:lstStyle/>
        <a:p>
          <a:endParaRPr lang="en-US"/>
        </a:p>
      </dgm:t>
    </dgm:pt>
    <dgm:pt modelId="{E8543F77-8A7F-417B-990D-BBEBD65DA838}" type="pres">
      <dgm:prSet presAssocID="{D1F873BF-8C61-4573-8656-447A644CA795}" presName="Name0" presStyleCnt="0">
        <dgm:presLayoutVars>
          <dgm:dir/>
          <dgm:resizeHandles val="exact"/>
        </dgm:presLayoutVars>
      </dgm:prSet>
      <dgm:spPr/>
    </dgm:pt>
    <dgm:pt modelId="{B6DBC6E7-3524-4056-BEA3-E0D8FD7E50DC}" type="pres">
      <dgm:prSet presAssocID="{BA1A0ACF-7D6E-42E7-92F6-1FBFC6A8B339}" presName="node" presStyleLbl="node1" presStyleIdx="0" presStyleCnt="9">
        <dgm:presLayoutVars>
          <dgm:bulletEnabled val="1"/>
        </dgm:presLayoutVars>
      </dgm:prSet>
      <dgm:spPr/>
    </dgm:pt>
    <dgm:pt modelId="{FEC466B8-D24B-460D-BAD7-09DA120ED58A}" type="pres">
      <dgm:prSet presAssocID="{F2A7AE30-84E6-43AB-9B5A-848AFB24581B}" presName="sibTrans" presStyleLbl="sibTrans1D1" presStyleIdx="0" presStyleCnt="8"/>
      <dgm:spPr/>
    </dgm:pt>
    <dgm:pt modelId="{25E26399-3F90-420A-8FFE-38D473FE62F4}" type="pres">
      <dgm:prSet presAssocID="{F2A7AE30-84E6-43AB-9B5A-848AFB24581B}" presName="connectorText" presStyleLbl="sibTrans1D1" presStyleIdx="0" presStyleCnt="8"/>
      <dgm:spPr/>
    </dgm:pt>
    <dgm:pt modelId="{6B9787C4-7581-4B04-B2D8-06C62D7CCF57}" type="pres">
      <dgm:prSet presAssocID="{E843F67F-0889-4894-A04A-A82614512738}" presName="node" presStyleLbl="node1" presStyleIdx="1" presStyleCnt="9">
        <dgm:presLayoutVars>
          <dgm:bulletEnabled val="1"/>
        </dgm:presLayoutVars>
      </dgm:prSet>
      <dgm:spPr/>
    </dgm:pt>
    <dgm:pt modelId="{003F22B3-54D4-47C4-96B5-16C354AFE406}" type="pres">
      <dgm:prSet presAssocID="{2BEC0263-A081-485C-91A2-99B4F644F66D}" presName="sibTrans" presStyleLbl="sibTrans1D1" presStyleIdx="1" presStyleCnt="8"/>
      <dgm:spPr/>
    </dgm:pt>
    <dgm:pt modelId="{9CA15AA9-5965-4E19-ACE2-E2C22156A917}" type="pres">
      <dgm:prSet presAssocID="{2BEC0263-A081-485C-91A2-99B4F644F66D}" presName="connectorText" presStyleLbl="sibTrans1D1" presStyleIdx="1" presStyleCnt="8"/>
      <dgm:spPr/>
    </dgm:pt>
    <dgm:pt modelId="{BD2B0136-49AB-43BC-9125-A55BE8742436}" type="pres">
      <dgm:prSet presAssocID="{AB43B084-22ED-4D9A-AD1A-3ED12923803B}" presName="node" presStyleLbl="node1" presStyleIdx="2" presStyleCnt="9">
        <dgm:presLayoutVars>
          <dgm:bulletEnabled val="1"/>
        </dgm:presLayoutVars>
      </dgm:prSet>
      <dgm:spPr/>
    </dgm:pt>
    <dgm:pt modelId="{939438EB-C841-4CBB-B78C-61190D7B8752}" type="pres">
      <dgm:prSet presAssocID="{B913ADE5-9995-4FFC-A3DD-55873A8333A4}" presName="sibTrans" presStyleLbl="sibTrans1D1" presStyleIdx="2" presStyleCnt="8"/>
      <dgm:spPr/>
    </dgm:pt>
    <dgm:pt modelId="{72186D61-C6FF-4092-8524-7A545F279437}" type="pres">
      <dgm:prSet presAssocID="{B913ADE5-9995-4FFC-A3DD-55873A8333A4}" presName="connectorText" presStyleLbl="sibTrans1D1" presStyleIdx="2" presStyleCnt="8"/>
      <dgm:spPr/>
    </dgm:pt>
    <dgm:pt modelId="{6AFFF97D-A59E-4776-8546-9B75E871087A}" type="pres">
      <dgm:prSet presAssocID="{A202AEF1-0117-4153-BCD7-A1D83B5E7323}" presName="node" presStyleLbl="node1" presStyleIdx="3" presStyleCnt="9">
        <dgm:presLayoutVars>
          <dgm:bulletEnabled val="1"/>
        </dgm:presLayoutVars>
      </dgm:prSet>
      <dgm:spPr/>
    </dgm:pt>
    <dgm:pt modelId="{7B2861DA-E101-45ED-B596-B9C70897C90D}" type="pres">
      <dgm:prSet presAssocID="{2A4DD2F0-A273-48C5-A570-6717523982AD}" presName="sibTrans" presStyleLbl="sibTrans1D1" presStyleIdx="3" presStyleCnt="8"/>
      <dgm:spPr/>
    </dgm:pt>
    <dgm:pt modelId="{7E7B6274-D26F-49AB-9804-C3DDABE1D2D0}" type="pres">
      <dgm:prSet presAssocID="{2A4DD2F0-A273-48C5-A570-6717523982AD}" presName="connectorText" presStyleLbl="sibTrans1D1" presStyleIdx="3" presStyleCnt="8"/>
      <dgm:spPr/>
    </dgm:pt>
    <dgm:pt modelId="{8045046E-6AE3-4D2A-9A2C-79FD0803812E}" type="pres">
      <dgm:prSet presAssocID="{9848F230-556B-4D78-AD71-EA287BF2441E}" presName="node" presStyleLbl="node1" presStyleIdx="4" presStyleCnt="9">
        <dgm:presLayoutVars>
          <dgm:bulletEnabled val="1"/>
        </dgm:presLayoutVars>
      </dgm:prSet>
      <dgm:spPr/>
    </dgm:pt>
    <dgm:pt modelId="{41D6A814-A122-4F3D-9675-98852BBA14FB}" type="pres">
      <dgm:prSet presAssocID="{4DA1982F-92FB-411A-AB09-9354DC506E27}" presName="sibTrans" presStyleLbl="sibTrans1D1" presStyleIdx="4" presStyleCnt="8"/>
      <dgm:spPr/>
    </dgm:pt>
    <dgm:pt modelId="{14A6C51C-6B1B-4932-9FB8-06F62F16A027}" type="pres">
      <dgm:prSet presAssocID="{4DA1982F-92FB-411A-AB09-9354DC506E27}" presName="connectorText" presStyleLbl="sibTrans1D1" presStyleIdx="4" presStyleCnt="8"/>
      <dgm:spPr/>
    </dgm:pt>
    <dgm:pt modelId="{CB79E1E0-D7A4-42E3-A284-D21DCFEDBE32}" type="pres">
      <dgm:prSet presAssocID="{319F0FA0-917A-4632-97E6-FAB6EC366818}" presName="node" presStyleLbl="node1" presStyleIdx="5" presStyleCnt="9">
        <dgm:presLayoutVars>
          <dgm:bulletEnabled val="1"/>
        </dgm:presLayoutVars>
      </dgm:prSet>
      <dgm:spPr/>
    </dgm:pt>
    <dgm:pt modelId="{30285D5A-8BB3-499B-97BE-CB7BC19132F5}" type="pres">
      <dgm:prSet presAssocID="{D913316A-D7E8-4B98-A254-5D366F50DC52}" presName="sibTrans" presStyleLbl="sibTrans1D1" presStyleIdx="5" presStyleCnt="8"/>
      <dgm:spPr/>
    </dgm:pt>
    <dgm:pt modelId="{695DEB9F-A526-4400-BFFA-3EF92BF53DFC}" type="pres">
      <dgm:prSet presAssocID="{D913316A-D7E8-4B98-A254-5D366F50DC52}" presName="connectorText" presStyleLbl="sibTrans1D1" presStyleIdx="5" presStyleCnt="8"/>
      <dgm:spPr/>
    </dgm:pt>
    <dgm:pt modelId="{222B23C4-9EB2-4631-9434-DA0843605D27}" type="pres">
      <dgm:prSet presAssocID="{00FCC488-2192-44CA-80ED-4EDA5787137E}" presName="node" presStyleLbl="node1" presStyleIdx="6" presStyleCnt="9">
        <dgm:presLayoutVars>
          <dgm:bulletEnabled val="1"/>
        </dgm:presLayoutVars>
      </dgm:prSet>
      <dgm:spPr/>
    </dgm:pt>
    <dgm:pt modelId="{DD3DE88D-8DF9-4F35-8DEC-E786983398B3}" type="pres">
      <dgm:prSet presAssocID="{DAE46737-F85F-476C-99E1-C65179A4D863}" presName="sibTrans" presStyleLbl="sibTrans1D1" presStyleIdx="6" presStyleCnt="8"/>
      <dgm:spPr/>
    </dgm:pt>
    <dgm:pt modelId="{F072DC32-9D17-4EF9-810B-4C1B93714FC2}" type="pres">
      <dgm:prSet presAssocID="{DAE46737-F85F-476C-99E1-C65179A4D863}" presName="connectorText" presStyleLbl="sibTrans1D1" presStyleIdx="6" presStyleCnt="8"/>
      <dgm:spPr/>
    </dgm:pt>
    <dgm:pt modelId="{91862F86-89A9-41F5-9687-7A54B51078BE}" type="pres">
      <dgm:prSet presAssocID="{8A144763-0B14-43DA-8158-301E346466D0}" presName="node" presStyleLbl="node1" presStyleIdx="7" presStyleCnt="9">
        <dgm:presLayoutVars>
          <dgm:bulletEnabled val="1"/>
        </dgm:presLayoutVars>
      </dgm:prSet>
      <dgm:spPr/>
    </dgm:pt>
    <dgm:pt modelId="{685D052E-381A-4C61-AE6F-AE6D3D02FB06}" type="pres">
      <dgm:prSet presAssocID="{DF735EA1-2826-4B95-8519-D7F22A008722}" presName="sibTrans" presStyleLbl="sibTrans1D1" presStyleIdx="7" presStyleCnt="8"/>
      <dgm:spPr/>
    </dgm:pt>
    <dgm:pt modelId="{C83ABA5A-3714-447C-9052-1823F4FCEB93}" type="pres">
      <dgm:prSet presAssocID="{DF735EA1-2826-4B95-8519-D7F22A008722}" presName="connectorText" presStyleLbl="sibTrans1D1" presStyleIdx="7" presStyleCnt="8"/>
      <dgm:spPr/>
    </dgm:pt>
    <dgm:pt modelId="{325FDE48-7089-47C5-A9F5-26B3E0ADA123}" type="pres">
      <dgm:prSet presAssocID="{7D605A93-D9D6-44D5-81A1-9A4029B75AB2}" presName="node" presStyleLbl="node1" presStyleIdx="8" presStyleCnt="9">
        <dgm:presLayoutVars>
          <dgm:bulletEnabled val="1"/>
        </dgm:presLayoutVars>
      </dgm:prSet>
      <dgm:spPr/>
    </dgm:pt>
  </dgm:ptLst>
  <dgm:cxnLst>
    <dgm:cxn modelId="{C973B002-E7C1-4726-A545-EFF20A6F7938}" type="presOf" srcId="{DF735EA1-2826-4B95-8519-D7F22A008722}" destId="{C83ABA5A-3714-447C-9052-1823F4FCEB93}" srcOrd="1" destOrd="0" presId="urn:microsoft.com/office/officeart/2016/7/layout/RepeatingBendingProcessNew"/>
    <dgm:cxn modelId="{89964403-5F0A-4B19-BC06-AED001805ECB}" type="presOf" srcId="{D913316A-D7E8-4B98-A254-5D366F50DC52}" destId="{695DEB9F-A526-4400-BFFA-3EF92BF53DFC}" srcOrd="1" destOrd="0" presId="urn:microsoft.com/office/officeart/2016/7/layout/RepeatingBendingProcessNew"/>
    <dgm:cxn modelId="{53897E0A-E2C9-4EB7-BF3B-82A6717CDDF4}" type="presOf" srcId="{4DA1982F-92FB-411A-AB09-9354DC506E27}" destId="{14A6C51C-6B1B-4932-9FB8-06F62F16A027}" srcOrd="1" destOrd="0" presId="urn:microsoft.com/office/officeart/2016/7/layout/RepeatingBendingProcessNew"/>
    <dgm:cxn modelId="{11AA8D12-1CEE-4817-BE7C-AC0E8081E4E7}" srcId="{D1F873BF-8C61-4573-8656-447A644CA795}" destId="{8A144763-0B14-43DA-8158-301E346466D0}" srcOrd="7" destOrd="0" parTransId="{84133CAF-817A-464A-B7E6-CE2F8D6B4AAF}" sibTransId="{DF735EA1-2826-4B95-8519-D7F22A008722}"/>
    <dgm:cxn modelId="{770E3B15-638C-4609-839C-BFF64C27EAEA}" type="presOf" srcId="{7D605A93-D9D6-44D5-81A1-9A4029B75AB2}" destId="{325FDE48-7089-47C5-A9F5-26B3E0ADA123}" srcOrd="0" destOrd="0" presId="urn:microsoft.com/office/officeart/2016/7/layout/RepeatingBendingProcessNew"/>
    <dgm:cxn modelId="{CF283518-9DF0-4979-B706-1F46EC3B9E06}" srcId="{D1F873BF-8C61-4573-8656-447A644CA795}" destId="{BA1A0ACF-7D6E-42E7-92F6-1FBFC6A8B339}" srcOrd="0" destOrd="0" parTransId="{A2BBDD71-73C4-4309-B4F0-2D08499B094A}" sibTransId="{F2A7AE30-84E6-43AB-9B5A-848AFB24581B}"/>
    <dgm:cxn modelId="{4F56971D-C137-47E3-AE94-82B545E049C6}" type="presOf" srcId="{BA1A0ACF-7D6E-42E7-92F6-1FBFC6A8B339}" destId="{B6DBC6E7-3524-4056-BEA3-E0D8FD7E50DC}" srcOrd="0" destOrd="0" presId="urn:microsoft.com/office/officeart/2016/7/layout/RepeatingBendingProcessNew"/>
    <dgm:cxn modelId="{82D2D225-28FF-481D-82D2-68A37DDD21BC}" srcId="{D1F873BF-8C61-4573-8656-447A644CA795}" destId="{A202AEF1-0117-4153-BCD7-A1D83B5E7323}" srcOrd="3" destOrd="0" parTransId="{E2995FD1-6700-403C-987C-E919510E20AE}" sibTransId="{2A4DD2F0-A273-48C5-A570-6717523982AD}"/>
    <dgm:cxn modelId="{768AFE26-78C2-41DE-B079-0DA33BD6C92A}" type="presOf" srcId="{B913ADE5-9995-4FFC-A3DD-55873A8333A4}" destId="{939438EB-C841-4CBB-B78C-61190D7B8752}" srcOrd="0" destOrd="0" presId="urn:microsoft.com/office/officeart/2016/7/layout/RepeatingBendingProcessNew"/>
    <dgm:cxn modelId="{054D3331-FEC6-48D1-B5F3-EA180CB2924F}" type="presOf" srcId="{D1F873BF-8C61-4573-8656-447A644CA795}" destId="{E8543F77-8A7F-417B-990D-BBEBD65DA838}" srcOrd="0" destOrd="0" presId="urn:microsoft.com/office/officeart/2016/7/layout/RepeatingBendingProcessNew"/>
    <dgm:cxn modelId="{5B51B637-F3DD-45C0-9C55-8B69C90D8AE8}" type="presOf" srcId="{DF735EA1-2826-4B95-8519-D7F22A008722}" destId="{685D052E-381A-4C61-AE6F-AE6D3D02FB06}" srcOrd="0" destOrd="0" presId="urn:microsoft.com/office/officeart/2016/7/layout/RepeatingBendingProcessNew"/>
    <dgm:cxn modelId="{38BE933F-D6FF-4CE7-A50D-82961037B7E1}" type="presOf" srcId="{2BEC0263-A081-485C-91A2-99B4F644F66D}" destId="{003F22B3-54D4-47C4-96B5-16C354AFE406}" srcOrd="0" destOrd="0" presId="urn:microsoft.com/office/officeart/2016/7/layout/RepeatingBendingProcessNew"/>
    <dgm:cxn modelId="{98AEE864-44A8-4FB6-8B2B-F8B1FD436F53}" type="presOf" srcId="{9848F230-556B-4D78-AD71-EA287BF2441E}" destId="{8045046E-6AE3-4D2A-9A2C-79FD0803812E}" srcOrd="0" destOrd="0" presId="urn:microsoft.com/office/officeart/2016/7/layout/RepeatingBendingProcessNew"/>
    <dgm:cxn modelId="{2268E248-AC41-46D5-911A-9EEA128EBFAC}" type="presOf" srcId="{DAE46737-F85F-476C-99E1-C65179A4D863}" destId="{F072DC32-9D17-4EF9-810B-4C1B93714FC2}" srcOrd="1" destOrd="0" presId="urn:microsoft.com/office/officeart/2016/7/layout/RepeatingBendingProcessNew"/>
    <dgm:cxn modelId="{A9569D6A-BE86-48EC-A83F-EC534B46169B}" srcId="{D1F873BF-8C61-4573-8656-447A644CA795}" destId="{9848F230-556B-4D78-AD71-EA287BF2441E}" srcOrd="4" destOrd="0" parTransId="{254AA348-1553-41C7-941D-56E7627FED85}" sibTransId="{4DA1982F-92FB-411A-AB09-9354DC506E27}"/>
    <dgm:cxn modelId="{401A326D-C63D-4C68-9393-E85A8EC88364}" type="presOf" srcId="{A202AEF1-0117-4153-BCD7-A1D83B5E7323}" destId="{6AFFF97D-A59E-4776-8546-9B75E871087A}" srcOrd="0" destOrd="0" presId="urn:microsoft.com/office/officeart/2016/7/layout/RepeatingBendingProcessNew"/>
    <dgm:cxn modelId="{BAAB9952-6CCD-4583-AC7F-DE85FB43148E}" type="presOf" srcId="{DAE46737-F85F-476C-99E1-C65179A4D863}" destId="{DD3DE88D-8DF9-4F35-8DEC-E786983398B3}" srcOrd="0" destOrd="0" presId="urn:microsoft.com/office/officeart/2016/7/layout/RepeatingBendingProcessNew"/>
    <dgm:cxn modelId="{BE1CB756-6D65-435D-95F4-AF3717904F7D}" type="presOf" srcId="{AB43B084-22ED-4D9A-AD1A-3ED12923803B}" destId="{BD2B0136-49AB-43BC-9125-A55BE8742436}" srcOrd="0" destOrd="0" presId="urn:microsoft.com/office/officeart/2016/7/layout/RepeatingBendingProcessNew"/>
    <dgm:cxn modelId="{52ED5D81-B482-4985-BD82-A281EF14B0DC}" type="presOf" srcId="{00FCC488-2192-44CA-80ED-4EDA5787137E}" destId="{222B23C4-9EB2-4631-9434-DA0843605D27}" srcOrd="0" destOrd="0" presId="urn:microsoft.com/office/officeart/2016/7/layout/RepeatingBendingProcessNew"/>
    <dgm:cxn modelId="{A9899583-8444-4F1E-A034-417A2BBF0785}" type="presOf" srcId="{4DA1982F-92FB-411A-AB09-9354DC506E27}" destId="{41D6A814-A122-4F3D-9675-98852BBA14FB}" srcOrd="0" destOrd="0" presId="urn:microsoft.com/office/officeart/2016/7/layout/RepeatingBendingProcessNew"/>
    <dgm:cxn modelId="{A894D983-93C5-4D64-AACD-FAB4AC6B5466}" type="presOf" srcId="{8A144763-0B14-43DA-8158-301E346466D0}" destId="{91862F86-89A9-41F5-9687-7A54B51078BE}" srcOrd="0" destOrd="0" presId="urn:microsoft.com/office/officeart/2016/7/layout/RepeatingBendingProcessNew"/>
    <dgm:cxn modelId="{B2335984-D325-423D-AE97-F1252A31148B}" type="presOf" srcId="{E843F67F-0889-4894-A04A-A82614512738}" destId="{6B9787C4-7581-4B04-B2D8-06C62D7CCF57}" srcOrd="0" destOrd="0" presId="urn:microsoft.com/office/officeart/2016/7/layout/RepeatingBendingProcessNew"/>
    <dgm:cxn modelId="{52CAEB8F-F7E8-4AAD-BEFD-880FA2D1D7A9}" srcId="{D1F873BF-8C61-4573-8656-447A644CA795}" destId="{319F0FA0-917A-4632-97E6-FAB6EC366818}" srcOrd="5" destOrd="0" parTransId="{8E298250-D102-41E1-B160-42768A73D7F3}" sibTransId="{D913316A-D7E8-4B98-A254-5D366F50DC52}"/>
    <dgm:cxn modelId="{E05E83A3-3E91-4164-A221-09F278D9BD66}" type="presOf" srcId="{F2A7AE30-84E6-43AB-9B5A-848AFB24581B}" destId="{FEC466B8-D24B-460D-BAD7-09DA120ED58A}" srcOrd="0" destOrd="0" presId="urn:microsoft.com/office/officeart/2016/7/layout/RepeatingBendingProcessNew"/>
    <dgm:cxn modelId="{77C774AC-FEC4-4401-81FF-617DCCAFD7BF}" srcId="{D1F873BF-8C61-4573-8656-447A644CA795}" destId="{7D605A93-D9D6-44D5-81A1-9A4029B75AB2}" srcOrd="8" destOrd="0" parTransId="{FC668009-FB2E-4D55-8582-DE5780D81E96}" sibTransId="{FA917728-E4E9-47E0-B3AF-0B203FB3AA60}"/>
    <dgm:cxn modelId="{CC6756B0-3976-4939-9877-46B785BE4897}" type="presOf" srcId="{2BEC0263-A081-485C-91A2-99B4F644F66D}" destId="{9CA15AA9-5965-4E19-ACE2-E2C22156A917}" srcOrd="1" destOrd="0" presId="urn:microsoft.com/office/officeart/2016/7/layout/RepeatingBendingProcessNew"/>
    <dgm:cxn modelId="{FF9FA3B2-533D-4F3D-97DA-7D58AED5D6D8}" srcId="{D1F873BF-8C61-4573-8656-447A644CA795}" destId="{E843F67F-0889-4894-A04A-A82614512738}" srcOrd="1" destOrd="0" parTransId="{B0A68210-5EF8-46B4-8883-596BE7CEFB2B}" sibTransId="{2BEC0263-A081-485C-91A2-99B4F644F66D}"/>
    <dgm:cxn modelId="{C35B40C9-AE2C-4FCA-B9AD-B8C66062BAB2}" type="presOf" srcId="{F2A7AE30-84E6-43AB-9B5A-848AFB24581B}" destId="{25E26399-3F90-420A-8FFE-38D473FE62F4}" srcOrd="1" destOrd="0" presId="urn:microsoft.com/office/officeart/2016/7/layout/RepeatingBendingProcessNew"/>
    <dgm:cxn modelId="{3AF973D8-4E29-4244-B14A-B3560E9F8080}" type="presOf" srcId="{D913316A-D7E8-4B98-A254-5D366F50DC52}" destId="{30285D5A-8BB3-499B-97BE-CB7BC19132F5}" srcOrd="0" destOrd="0" presId="urn:microsoft.com/office/officeart/2016/7/layout/RepeatingBendingProcessNew"/>
    <dgm:cxn modelId="{122F3CDD-8DC1-46CD-94D2-788AC3DC0002}" type="presOf" srcId="{2A4DD2F0-A273-48C5-A570-6717523982AD}" destId="{7E7B6274-D26F-49AB-9804-C3DDABE1D2D0}" srcOrd="1" destOrd="0" presId="urn:microsoft.com/office/officeart/2016/7/layout/RepeatingBendingProcessNew"/>
    <dgm:cxn modelId="{011488E6-DF07-42E2-B0E6-896BC7241DBF}" type="presOf" srcId="{B913ADE5-9995-4FFC-A3DD-55873A8333A4}" destId="{72186D61-C6FF-4092-8524-7A545F279437}" srcOrd="1" destOrd="0" presId="urn:microsoft.com/office/officeart/2016/7/layout/RepeatingBendingProcessNew"/>
    <dgm:cxn modelId="{6A9421EB-7BE5-458E-BDB5-D2F4CAAE0B4A}" srcId="{D1F873BF-8C61-4573-8656-447A644CA795}" destId="{AB43B084-22ED-4D9A-AD1A-3ED12923803B}" srcOrd="2" destOrd="0" parTransId="{0DADC861-1AFA-4B8E-AAEB-8F4FCF32FE0C}" sibTransId="{B913ADE5-9995-4FFC-A3DD-55873A8333A4}"/>
    <dgm:cxn modelId="{55319DEE-195D-44B9-B7A9-9BD7CA394E28}" type="presOf" srcId="{2A4DD2F0-A273-48C5-A570-6717523982AD}" destId="{7B2861DA-E101-45ED-B596-B9C70897C90D}" srcOrd="0" destOrd="0" presId="urn:microsoft.com/office/officeart/2016/7/layout/RepeatingBendingProcessNew"/>
    <dgm:cxn modelId="{6DE13EF9-BB20-4622-A7FC-54896714E788}" srcId="{D1F873BF-8C61-4573-8656-447A644CA795}" destId="{00FCC488-2192-44CA-80ED-4EDA5787137E}" srcOrd="6" destOrd="0" parTransId="{A2FBCC4B-2929-41D8-9245-29040817E064}" sibTransId="{DAE46737-F85F-476C-99E1-C65179A4D863}"/>
    <dgm:cxn modelId="{F7B477FE-C56F-4DDC-A1B7-8327F3F43179}" type="presOf" srcId="{319F0FA0-917A-4632-97E6-FAB6EC366818}" destId="{CB79E1E0-D7A4-42E3-A284-D21DCFEDBE32}" srcOrd="0" destOrd="0" presId="urn:microsoft.com/office/officeart/2016/7/layout/RepeatingBendingProcessNew"/>
    <dgm:cxn modelId="{B958583F-C3E5-41FE-A216-C2D2E6D18FEC}" type="presParOf" srcId="{E8543F77-8A7F-417B-990D-BBEBD65DA838}" destId="{B6DBC6E7-3524-4056-BEA3-E0D8FD7E50DC}" srcOrd="0" destOrd="0" presId="urn:microsoft.com/office/officeart/2016/7/layout/RepeatingBendingProcessNew"/>
    <dgm:cxn modelId="{87A7811D-6E7C-47DD-B9FC-32571BF3B81F}" type="presParOf" srcId="{E8543F77-8A7F-417B-990D-BBEBD65DA838}" destId="{FEC466B8-D24B-460D-BAD7-09DA120ED58A}" srcOrd="1" destOrd="0" presId="urn:microsoft.com/office/officeart/2016/7/layout/RepeatingBendingProcessNew"/>
    <dgm:cxn modelId="{1FE14A95-1C37-45D4-BC70-E0E2F7BE90F7}" type="presParOf" srcId="{FEC466B8-D24B-460D-BAD7-09DA120ED58A}" destId="{25E26399-3F90-420A-8FFE-38D473FE62F4}" srcOrd="0" destOrd="0" presId="urn:microsoft.com/office/officeart/2016/7/layout/RepeatingBendingProcessNew"/>
    <dgm:cxn modelId="{8F2B15A6-D036-470C-8C80-696F05707382}" type="presParOf" srcId="{E8543F77-8A7F-417B-990D-BBEBD65DA838}" destId="{6B9787C4-7581-4B04-B2D8-06C62D7CCF57}" srcOrd="2" destOrd="0" presId="urn:microsoft.com/office/officeart/2016/7/layout/RepeatingBendingProcessNew"/>
    <dgm:cxn modelId="{A7309369-165E-48EA-969A-C7D693B9966C}" type="presParOf" srcId="{E8543F77-8A7F-417B-990D-BBEBD65DA838}" destId="{003F22B3-54D4-47C4-96B5-16C354AFE406}" srcOrd="3" destOrd="0" presId="urn:microsoft.com/office/officeart/2016/7/layout/RepeatingBendingProcessNew"/>
    <dgm:cxn modelId="{4D04BC2E-01EC-4742-BA0B-F7ABBD57418F}" type="presParOf" srcId="{003F22B3-54D4-47C4-96B5-16C354AFE406}" destId="{9CA15AA9-5965-4E19-ACE2-E2C22156A917}" srcOrd="0" destOrd="0" presId="urn:microsoft.com/office/officeart/2016/7/layout/RepeatingBendingProcessNew"/>
    <dgm:cxn modelId="{5D0EC242-02BD-4DE0-80E4-0311C030E531}" type="presParOf" srcId="{E8543F77-8A7F-417B-990D-BBEBD65DA838}" destId="{BD2B0136-49AB-43BC-9125-A55BE8742436}" srcOrd="4" destOrd="0" presId="urn:microsoft.com/office/officeart/2016/7/layout/RepeatingBendingProcessNew"/>
    <dgm:cxn modelId="{77194D3A-A1DA-4940-BB71-F5A17EA7F387}" type="presParOf" srcId="{E8543F77-8A7F-417B-990D-BBEBD65DA838}" destId="{939438EB-C841-4CBB-B78C-61190D7B8752}" srcOrd="5" destOrd="0" presId="urn:microsoft.com/office/officeart/2016/7/layout/RepeatingBendingProcessNew"/>
    <dgm:cxn modelId="{E9555B57-5387-4F4E-AAB9-F1EB57B5DFF5}" type="presParOf" srcId="{939438EB-C841-4CBB-B78C-61190D7B8752}" destId="{72186D61-C6FF-4092-8524-7A545F279437}" srcOrd="0" destOrd="0" presId="urn:microsoft.com/office/officeart/2016/7/layout/RepeatingBendingProcessNew"/>
    <dgm:cxn modelId="{5D608C97-8B06-4D8B-A00E-369A053FCF8C}" type="presParOf" srcId="{E8543F77-8A7F-417B-990D-BBEBD65DA838}" destId="{6AFFF97D-A59E-4776-8546-9B75E871087A}" srcOrd="6" destOrd="0" presId="urn:microsoft.com/office/officeart/2016/7/layout/RepeatingBendingProcessNew"/>
    <dgm:cxn modelId="{18DBCE9B-5C8E-4819-9A71-5084A8E3B90D}" type="presParOf" srcId="{E8543F77-8A7F-417B-990D-BBEBD65DA838}" destId="{7B2861DA-E101-45ED-B596-B9C70897C90D}" srcOrd="7" destOrd="0" presId="urn:microsoft.com/office/officeart/2016/7/layout/RepeatingBendingProcessNew"/>
    <dgm:cxn modelId="{38FEC396-F488-4398-A68E-13AF5E162516}" type="presParOf" srcId="{7B2861DA-E101-45ED-B596-B9C70897C90D}" destId="{7E7B6274-D26F-49AB-9804-C3DDABE1D2D0}" srcOrd="0" destOrd="0" presId="urn:microsoft.com/office/officeart/2016/7/layout/RepeatingBendingProcessNew"/>
    <dgm:cxn modelId="{F757397D-3DC0-4E2B-BCB0-A329B7C11FA5}" type="presParOf" srcId="{E8543F77-8A7F-417B-990D-BBEBD65DA838}" destId="{8045046E-6AE3-4D2A-9A2C-79FD0803812E}" srcOrd="8" destOrd="0" presId="urn:microsoft.com/office/officeart/2016/7/layout/RepeatingBendingProcessNew"/>
    <dgm:cxn modelId="{BE41B531-FA2E-4C76-AA4A-6EB9C00EBBC8}" type="presParOf" srcId="{E8543F77-8A7F-417B-990D-BBEBD65DA838}" destId="{41D6A814-A122-4F3D-9675-98852BBA14FB}" srcOrd="9" destOrd="0" presId="urn:microsoft.com/office/officeart/2016/7/layout/RepeatingBendingProcessNew"/>
    <dgm:cxn modelId="{7FDDB7D0-0F8A-4614-B8A2-9F268CFAD250}" type="presParOf" srcId="{41D6A814-A122-4F3D-9675-98852BBA14FB}" destId="{14A6C51C-6B1B-4932-9FB8-06F62F16A027}" srcOrd="0" destOrd="0" presId="urn:microsoft.com/office/officeart/2016/7/layout/RepeatingBendingProcessNew"/>
    <dgm:cxn modelId="{22CF282B-F614-45FC-9499-AC70EE277FB1}" type="presParOf" srcId="{E8543F77-8A7F-417B-990D-BBEBD65DA838}" destId="{CB79E1E0-D7A4-42E3-A284-D21DCFEDBE32}" srcOrd="10" destOrd="0" presId="urn:microsoft.com/office/officeart/2016/7/layout/RepeatingBendingProcessNew"/>
    <dgm:cxn modelId="{EAE266B6-4C6E-4897-AC43-C9FC448BD4C8}" type="presParOf" srcId="{E8543F77-8A7F-417B-990D-BBEBD65DA838}" destId="{30285D5A-8BB3-499B-97BE-CB7BC19132F5}" srcOrd="11" destOrd="0" presId="urn:microsoft.com/office/officeart/2016/7/layout/RepeatingBendingProcessNew"/>
    <dgm:cxn modelId="{C98ADBA8-8714-4610-B9FC-2DB01C8B2363}" type="presParOf" srcId="{30285D5A-8BB3-499B-97BE-CB7BC19132F5}" destId="{695DEB9F-A526-4400-BFFA-3EF92BF53DFC}" srcOrd="0" destOrd="0" presId="urn:microsoft.com/office/officeart/2016/7/layout/RepeatingBendingProcessNew"/>
    <dgm:cxn modelId="{CCCFFBC4-A5BB-4DF8-8645-21C2CF8B96F6}" type="presParOf" srcId="{E8543F77-8A7F-417B-990D-BBEBD65DA838}" destId="{222B23C4-9EB2-4631-9434-DA0843605D27}" srcOrd="12" destOrd="0" presId="urn:microsoft.com/office/officeart/2016/7/layout/RepeatingBendingProcessNew"/>
    <dgm:cxn modelId="{5D9FCD7D-A2EC-4F86-9C38-974A3D8DFF87}" type="presParOf" srcId="{E8543F77-8A7F-417B-990D-BBEBD65DA838}" destId="{DD3DE88D-8DF9-4F35-8DEC-E786983398B3}" srcOrd="13" destOrd="0" presId="urn:microsoft.com/office/officeart/2016/7/layout/RepeatingBendingProcessNew"/>
    <dgm:cxn modelId="{90C03B18-D0A9-4B5F-8A2C-28EBA1DBA536}" type="presParOf" srcId="{DD3DE88D-8DF9-4F35-8DEC-E786983398B3}" destId="{F072DC32-9D17-4EF9-810B-4C1B93714FC2}" srcOrd="0" destOrd="0" presId="urn:microsoft.com/office/officeart/2016/7/layout/RepeatingBendingProcessNew"/>
    <dgm:cxn modelId="{A430F1B1-219C-4AEA-A829-F885CA5CF02C}" type="presParOf" srcId="{E8543F77-8A7F-417B-990D-BBEBD65DA838}" destId="{91862F86-89A9-41F5-9687-7A54B51078BE}" srcOrd="14" destOrd="0" presId="urn:microsoft.com/office/officeart/2016/7/layout/RepeatingBendingProcessNew"/>
    <dgm:cxn modelId="{58DC9A09-EC8A-4622-80DF-F9645E8E7ABF}" type="presParOf" srcId="{E8543F77-8A7F-417B-990D-BBEBD65DA838}" destId="{685D052E-381A-4C61-AE6F-AE6D3D02FB06}" srcOrd="15" destOrd="0" presId="urn:microsoft.com/office/officeart/2016/7/layout/RepeatingBendingProcessNew"/>
    <dgm:cxn modelId="{BD451F11-164D-4129-9BAF-2F29D1F07DE7}" type="presParOf" srcId="{685D052E-381A-4C61-AE6F-AE6D3D02FB06}" destId="{C83ABA5A-3714-447C-9052-1823F4FCEB93}" srcOrd="0" destOrd="0" presId="urn:microsoft.com/office/officeart/2016/7/layout/RepeatingBendingProcessNew"/>
    <dgm:cxn modelId="{16563A02-6CC9-438D-92C1-D734E7AFA92A}" type="presParOf" srcId="{E8543F77-8A7F-417B-990D-BBEBD65DA838}" destId="{325FDE48-7089-47C5-A9F5-26B3E0ADA123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963375-4F26-44B9-A95B-F45AF006DA7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84E346-7915-4E7F-8682-31A4EEF535B1}">
      <dgm:prSet/>
      <dgm:spPr/>
      <dgm:t>
        <a:bodyPr/>
        <a:lstStyle/>
        <a:p>
          <a:r>
            <a:rPr lang="en-US"/>
            <a:t>Unit Tests (Base - 70%):</a:t>
          </a:r>
        </a:p>
      </dgm:t>
    </dgm:pt>
    <dgm:pt modelId="{D40B1E25-BF8A-4B7B-87BD-FE9ABAB46A1B}" type="parTrans" cxnId="{178EA442-C47E-4C84-B6B0-ACFF2C542AAB}">
      <dgm:prSet/>
      <dgm:spPr/>
      <dgm:t>
        <a:bodyPr/>
        <a:lstStyle/>
        <a:p>
          <a:endParaRPr lang="en-US"/>
        </a:p>
      </dgm:t>
    </dgm:pt>
    <dgm:pt modelId="{7689C072-987D-41E0-ADD5-AB21129DF7E5}" type="sibTrans" cxnId="{178EA442-C47E-4C84-B6B0-ACFF2C542AAB}">
      <dgm:prSet/>
      <dgm:spPr/>
      <dgm:t>
        <a:bodyPr/>
        <a:lstStyle/>
        <a:p>
          <a:endParaRPr lang="en-US"/>
        </a:p>
      </dgm:t>
    </dgm:pt>
    <dgm:pt modelId="{72EE7C2E-0CA7-4F41-B3FD-9A8BC9F66877}">
      <dgm:prSet/>
      <dgm:spPr/>
      <dgm:t>
        <a:bodyPr/>
        <a:lstStyle/>
        <a:p>
          <a:r>
            <a:rPr lang="en-US"/>
            <a:t>• Fast, isolated component/function tests</a:t>
          </a:r>
        </a:p>
      </dgm:t>
    </dgm:pt>
    <dgm:pt modelId="{02F6F3DF-1B33-4ED6-B19D-4E4ACED7E8F3}" type="parTrans" cxnId="{6FC4E206-78EB-4548-A7ED-8C82B8D5DB2D}">
      <dgm:prSet/>
      <dgm:spPr/>
      <dgm:t>
        <a:bodyPr/>
        <a:lstStyle/>
        <a:p>
          <a:endParaRPr lang="en-US"/>
        </a:p>
      </dgm:t>
    </dgm:pt>
    <dgm:pt modelId="{1EC10380-DD7E-47A4-94C0-0F15970B6144}" type="sibTrans" cxnId="{6FC4E206-78EB-4548-A7ED-8C82B8D5DB2D}">
      <dgm:prSet/>
      <dgm:spPr/>
      <dgm:t>
        <a:bodyPr/>
        <a:lstStyle/>
        <a:p>
          <a:endParaRPr lang="en-US"/>
        </a:p>
      </dgm:t>
    </dgm:pt>
    <dgm:pt modelId="{FE6BB1FF-550D-4A15-AB6B-40BB41D8CAA7}">
      <dgm:prSet/>
      <dgm:spPr/>
      <dgm:t>
        <a:bodyPr/>
        <a:lstStyle/>
        <a:p>
          <a:r>
            <a:rPr lang="en-US"/>
            <a:t>• Jest with 80%+ coverage requirement</a:t>
          </a:r>
        </a:p>
      </dgm:t>
    </dgm:pt>
    <dgm:pt modelId="{73B36AD4-A9C6-4EA9-BE18-981BEF46C1EB}" type="parTrans" cxnId="{B1976102-6BD8-40A6-AE8B-74D7C93F82C2}">
      <dgm:prSet/>
      <dgm:spPr/>
      <dgm:t>
        <a:bodyPr/>
        <a:lstStyle/>
        <a:p>
          <a:endParaRPr lang="en-US"/>
        </a:p>
      </dgm:t>
    </dgm:pt>
    <dgm:pt modelId="{022E99A3-3364-4110-9D2E-062BD89D78C1}" type="sibTrans" cxnId="{B1976102-6BD8-40A6-AE8B-74D7C93F82C2}">
      <dgm:prSet/>
      <dgm:spPr/>
      <dgm:t>
        <a:bodyPr/>
        <a:lstStyle/>
        <a:p>
          <a:endParaRPr lang="en-US"/>
        </a:p>
      </dgm:t>
    </dgm:pt>
    <dgm:pt modelId="{4CFDB527-8625-43D4-A45F-843E5CF8A9B1}">
      <dgm:prSet/>
      <dgm:spPr/>
      <dgm:t>
        <a:bodyPr/>
        <a:lstStyle/>
        <a:p>
          <a:r>
            <a:rPr lang="en-US"/>
            <a:t>Integration Tests (Middle - 20%):</a:t>
          </a:r>
        </a:p>
      </dgm:t>
    </dgm:pt>
    <dgm:pt modelId="{99FBCDE6-E38B-4F79-8FF4-00FDFD205CC6}" type="parTrans" cxnId="{EF889555-0378-413C-8EBE-296DDED0313F}">
      <dgm:prSet/>
      <dgm:spPr/>
      <dgm:t>
        <a:bodyPr/>
        <a:lstStyle/>
        <a:p>
          <a:endParaRPr lang="en-US"/>
        </a:p>
      </dgm:t>
    </dgm:pt>
    <dgm:pt modelId="{00B7D35C-44C7-406F-936F-7ADF9E5DCD51}" type="sibTrans" cxnId="{EF889555-0378-413C-8EBE-296DDED0313F}">
      <dgm:prSet/>
      <dgm:spPr/>
      <dgm:t>
        <a:bodyPr/>
        <a:lstStyle/>
        <a:p>
          <a:endParaRPr lang="en-US"/>
        </a:p>
      </dgm:t>
    </dgm:pt>
    <dgm:pt modelId="{7C0DF612-25B3-44B4-81AA-45C52AA128E7}">
      <dgm:prSet/>
      <dgm:spPr/>
      <dgm:t>
        <a:bodyPr/>
        <a:lstStyle/>
        <a:p>
          <a:r>
            <a:rPr lang="en-US"/>
            <a:t>• API endpoint testing with Supertest</a:t>
          </a:r>
        </a:p>
      </dgm:t>
    </dgm:pt>
    <dgm:pt modelId="{746411B1-4CF3-4110-A101-CB78B4CA0BDF}" type="parTrans" cxnId="{483DF647-DDFA-4DA9-986F-A77E845E2CE9}">
      <dgm:prSet/>
      <dgm:spPr/>
      <dgm:t>
        <a:bodyPr/>
        <a:lstStyle/>
        <a:p>
          <a:endParaRPr lang="en-US"/>
        </a:p>
      </dgm:t>
    </dgm:pt>
    <dgm:pt modelId="{9F2EAE78-C5DC-4D34-91B5-3D9A3A1A8484}" type="sibTrans" cxnId="{483DF647-DDFA-4DA9-986F-A77E845E2CE9}">
      <dgm:prSet/>
      <dgm:spPr/>
      <dgm:t>
        <a:bodyPr/>
        <a:lstStyle/>
        <a:p>
          <a:endParaRPr lang="en-US"/>
        </a:p>
      </dgm:t>
    </dgm:pt>
    <dgm:pt modelId="{0230BD87-08B4-49CF-885D-D50B4DA3F221}">
      <dgm:prSet/>
      <dgm:spPr/>
      <dgm:t>
        <a:bodyPr/>
        <a:lstStyle/>
        <a:p>
          <a:r>
            <a:rPr lang="en-US"/>
            <a:t>• Database integration validation</a:t>
          </a:r>
        </a:p>
      </dgm:t>
    </dgm:pt>
    <dgm:pt modelId="{1C006226-84DD-4AE7-86B8-0A95B2063ECB}" type="parTrans" cxnId="{3EB3FC77-12BD-4B30-B725-F9816519CA66}">
      <dgm:prSet/>
      <dgm:spPr/>
      <dgm:t>
        <a:bodyPr/>
        <a:lstStyle/>
        <a:p>
          <a:endParaRPr lang="en-US"/>
        </a:p>
      </dgm:t>
    </dgm:pt>
    <dgm:pt modelId="{C9E1A7DB-9C93-4DC0-A612-BCADEA4F2E1E}" type="sibTrans" cxnId="{3EB3FC77-12BD-4B30-B725-F9816519CA66}">
      <dgm:prSet/>
      <dgm:spPr/>
      <dgm:t>
        <a:bodyPr/>
        <a:lstStyle/>
        <a:p>
          <a:endParaRPr lang="en-US"/>
        </a:p>
      </dgm:t>
    </dgm:pt>
    <dgm:pt modelId="{2F2D5369-F3F3-4588-BA6C-A7CCAAB95C8D}">
      <dgm:prSet/>
      <dgm:spPr/>
      <dgm:t>
        <a:bodyPr/>
        <a:lstStyle/>
        <a:p>
          <a:r>
            <a:rPr lang="en-US"/>
            <a:t>E2E Tests (Top - 10%):</a:t>
          </a:r>
        </a:p>
      </dgm:t>
    </dgm:pt>
    <dgm:pt modelId="{B4C3DCFF-E30A-4005-9051-8C0A46F3A8FC}" type="parTrans" cxnId="{BFF2A104-5039-42D7-A4B9-AC8671813D0B}">
      <dgm:prSet/>
      <dgm:spPr/>
      <dgm:t>
        <a:bodyPr/>
        <a:lstStyle/>
        <a:p>
          <a:endParaRPr lang="en-US"/>
        </a:p>
      </dgm:t>
    </dgm:pt>
    <dgm:pt modelId="{E2627E05-E597-46A4-8E15-ED764C9FBD63}" type="sibTrans" cxnId="{BFF2A104-5039-42D7-A4B9-AC8671813D0B}">
      <dgm:prSet/>
      <dgm:spPr/>
      <dgm:t>
        <a:bodyPr/>
        <a:lstStyle/>
        <a:p>
          <a:endParaRPr lang="en-US"/>
        </a:p>
      </dgm:t>
    </dgm:pt>
    <dgm:pt modelId="{9028AEF1-0563-4075-A702-E818F9860CD3}">
      <dgm:prSet/>
      <dgm:spPr/>
      <dgm:t>
        <a:bodyPr/>
        <a:lstStyle/>
        <a:p>
          <a:r>
            <a:rPr lang="en-US"/>
            <a:t>• Cypress for critical user journeys</a:t>
          </a:r>
        </a:p>
      </dgm:t>
    </dgm:pt>
    <dgm:pt modelId="{1645267C-6912-4A43-8BD7-BC8D709BF861}" type="parTrans" cxnId="{89DC3319-228C-43F6-BD7F-8F24BA0546C9}">
      <dgm:prSet/>
      <dgm:spPr/>
      <dgm:t>
        <a:bodyPr/>
        <a:lstStyle/>
        <a:p>
          <a:endParaRPr lang="en-US"/>
        </a:p>
      </dgm:t>
    </dgm:pt>
    <dgm:pt modelId="{7F95A72B-F713-43F7-BAE8-8A9E52FCED23}" type="sibTrans" cxnId="{89DC3319-228C-43F6-BD7F-8F24BA0546C9}">
      <dgm:prSet/>
      <dgm:spPr/>
      <dgm:t>
        <a:bodyPr/>
        <a:lstStyle/>
        <a:p>
          <a:endParaRPr lang="en-US"/>
        </a:p>
      </dgm:t>
    </dgm:pt>
    <dgm:pt modelId="{C820A0A2-C926-4BA2-9FC8-8502AB975C43}">
      <dgm:prSet/>
      <dgm:spPr/>
      <dgm:t>
        <a:bodyPr/>
        <a:lstStyle/>
        <a:p>
          <a:r>
            <a:rPr lang="en-US"/>
            <a:t>• Full application workflow testing</a:t>
          </a:r>
        </a:p>
      </dgm:t>
    </dgm:pt>
    <dgm:pt modelId="{0C1E1CB1-27AB-405D-B9EB-02981845D2F8}" type="parTrans" cxnId="{CDEE545C-C43A-4748-B5D9-45A61B09743F}">
      <dgm:prSet/>
      <dgm:spPr/>
      <dgm:t>
        <a:bodyPr/>
        <a:lstStyle/>
        <a:p>
          <a:endParaRPr lang="en-US"/>
        </a:p>
      </dgm:t>
    </dgm:pt>
    <dgm:pt modelId="{8F66BDC2-0BBA-43B9-9F0B-340DDAD723A6}" type="sibTrans" cxnId="{CDEE545C-C43A-4748-B5D9-45A61B09743F}">
      <dgm:prSet/>
      <dgm:spPr/>
      <dgm:t>
        <a:bodyPr/>
        <a:lstStyle/>
        <a:p>
          <a:endParaRPr lang="en-US"/>
        </a:p>
      </dgm:t>
    </dgm:pt>
    <dgm:pt modelId="{73E5ED98-D075-4F42-A0F0-C0F6F9D38889}">
      <dgm:prSet/>
      <dgm:spPr/>
      <dgm:t>
        <a:bodyPr/>
        <a:lstStyle/>
        <a:p>
          <a:r>
            <a:rPr lang="en-US"/>
            <a:t>Best Practices: More unit tests, fewer E2E tests</a:t>
          </a:r>
        </a:p>
      </dgm:t>
    </dgm:pt>
    <dgm:pt modelId="{012AEE2F-A72D-4E5E-A20C-FDA1BF268F5B}" type="parTrans" cxnId="{7984E7B6-5416-4F01-8023-B75A5DC236E3}">
      <dgm:prSet/>
      <dgm:spPr/>
      <dgm:t>
        <a:bodyPr/>
        <a:lstStyle/>
        <a:p>
          <a:endParaRPr lang="en-US"/>
        </a:p>
      </dgm:t>
    </dgm:pt>
    <dgm:pt modelId="{E85C7EA8-C609-4A3F-8BDB-299A4EBC01A5}" type="sibTrans" cxnId="{7984E7B6-5416-4F01-8023-B75A5DC236E3}">
      <dgm:prSet/>
      <dgm:spPr/>
      <dgm:t>
        <a:bodyPr/>
        <a:lstStyle/>
        <a:p>
          <a:endParaRPr lang="en-US"/>
        </a:p>
      </dgm:t>
    </dgm:pt>
    <dgm:pt modelId="{1373D33E-1820-40E5-97AC-B7A3B9FCCE05}" type="pres">
      <dgm:prSet presAssocID="{1B963375-4F26-44B9-A95B-F45AF006DA78}" presName="Name0" presStyleCnt="0">
        <dgm:presLayoutVars>
          <dgm:dir/>
          <dgm:resizeHandles val="exact"/>
        </dgm:presLayoutVars>
      </dgm:prSet>
      <dgm:spPr/>
    </dgm:pt>
    <dgm:pt modelId="{DD8F26ED-A978-403B-A671-0A694B1DA5C4}" type="pres">
      <dgm:prSet presAssocID="{6C84E346-7915-4E7F-8682-31A4EEF535B1}" presName="node" presStyleLbl="node1" presStyleIdx="0" presStyleCnt="10">
        <dgm:presLayoutVars>
          <dgm:bulletEnabled val="1"/>
        </dgm:presLayoutVars>
      </dgm:prSet>
      <dgm:spPr/>
    </dgm:pt>
    <dgm:pt modelId="{705B35D5-2951-4C30-998B-82F4A5AC658C}" type="pres">
      <dgm:prSet presAssocID="{7689C072-987D-41E0-ADD5-AB21129DF7E5}" presName="sibTrans" presStyleLbl="sibTrans1D1" presStyleIdx="0" presStyleCnt="9"/>
      <dgm:spPr/>
    </dgm:pt>
    <dgm:pt modelId="{5E523541-11FB-49C6-8FEE-10F958C39C48}" type="pres">
      <dgm:prSet presAssocID="{7689C072-987D-41E0-ADD5-AB21129DF7E5}" presName="connectorText" presStyleLbl="sibTrans1D1" presStyleIdx="0" presStyleCnt="9"/>
      <dgm:spPr/>
    </dgm:pt>
    <dgm:pt modelId="{3D781A0B-9785-4482-9CE4-CB7981DAA306}" type="pres">
      <dgm:prSet presAssocID="{72EE7C2E-0CA7-4F41-B3FD-9A8BC9F66877}" presName="node" presStyleLbl="node1" presStyleIdx="1" presStyleCnt="10">
        <dgm:presLayoutVars>
          <dgm:bulletEnabled val="1"/>
        </dgm:presLayoutVars>
      </dgm:prSet>
      <dgm:spPr/>
    </dgm:pt>
    <dgm:pt modelId="{63B26CCB-0F7B-40E7-B1F0-DE7EBAAF511F}" type="pres">
      <dgm:prSet presAssocID="{1EC10380-DD7E-47A4-94C0-0F15970B6144}" presName="sibTrans" presStyleLbl="sibTrans1D1" presStyleIdx="1" presStyleCnt="9"/>
      <dgm:spPr/>
    </dgm:pt>
    <dgm:pt modelId="{F3651643-2EA1-4FA5-A62A-370D7E4AF1A7}" type="pres">
      <dgm:prSet presAssocID="{1EC10380-DD7E-47A4-94C0-0F15970B6144}" presName="connectorText" presStyleLbl="sibTrans1D1" presStyleIdx="1" presStyleCnt="9"/>
      <dgm:spPr/>
    </dgm:pt>
    <dgm:pt modelId="{EC875FFE-D5CC-4A42-878F-2825A7B09766}" type="pres">
      <dgm:prSet presAssocID="{FE6BB1FF-550D-4A15-AB6B-40BB41D8CAA7}" presName="node" presStyleLbl="node1" presStyleIdx="2" presStyleCnt="10">
        <dgm:presLayoutVars>
          <dgm:bulletEnabled val="1"/>
        </dgm:presLayoutVars>
      </dgm:prSet>
      <dgm:spPr/>
    </dgm:pt>
    <dgm:pt modelId="{AB012A1D-4ECB-4354-A882-BD9A076CCD1D}" type="pres">
      <dgm:prSet presAssocID="{022E99A3-3364-4110-9D2E-062BD89D78C1}" presName="sibTrans" presStyleLbl="sibTrans1D1" presStyleIdx="2" presStyleCnt="9"/>
      <dgm:spPr/>
    </dgm:pt>
    <dgm:pt modelId="{B6B56919-A264-477C-962B-22A87C89B180}" type="pres">
      <dgm:prSet presAssocID="{022E99A3-3364-4110-9D2E-062BD89D78C1}" presName="connectorText" presStyleLbl="sibTrans1D1" presStyleIdx="2" presStyleCnt="9"/>
      <dgm:spPr/>
    </dgm:pt>
    <dgm:pt modelId="{649BD098-86CA-4E48-ABFB-5FAE0942E493}" type="pres">
      <dgm:prSet presAssocID="{4CFDB527-8625-43D4-A45F-843E5CF8A9B1}" presName="node" presStyleLbl="node1" presStyleIdx="3" presStyleCnt="10">
        <dgm:presLayoutVars>
          <dgm:bulletEnabled val="1"/>
        </dgm:presLayoutVars>
      </dgm:prSet>
      <dgm:spPr/>
    </dgm:pt>
    <dgm:pt modelId="{2370B26A-2581-42C0-87DC-13F1269E2091}" type="pres">
      <dgm:prSet presAssocID="{00B7D35C-44C7-406F-936F-7ADF9E5DCD51}" presName="sibTrans" presStyleLbl="sibTrans1D1" presStyleIdx="3" presStyleCnt="9"/>
      <dgm:spPr/>
    </dgm:pt>
    <dgm:pt modelId="{6D7D3794-61E0-4744-8B54-7F55256B3444}" type="pres">
      <dgm:prSet presAssocID="{00B7D35C-44C7-406F-936F-7ADF9E5DCD51}" presName="connectorText" presStyleLbl="sibTrans1D1" presStyleIdx="3" presStyleCnt="9"/>
      <dgm:spPr/>
    </dgm:pt>
    <dgm:pt modelId="{894BC287-02FA-43BE-A6D8-F6B8FF97556A}" type="pres">
      <dgm:prSet presAssocID="{7C0DF612-25B3-44B4-81AA-45C52AA128E7}" presName="node" presStyleLbl="node1" presStyleIdx="4" presStyleCnt="10">
        <dgm:presLayoutVars>
          <dgm:bulletEnabled val="1"/>
        </dgm:presLayoutVars>
      </dgm:prSet>
      <dgm:spPr/>
    </dgm:pt>
    <dgm:pt modelId="{493AFE35-BF64-48AE-9CC3-20F9DA6B15EC}" type="pres">
      <dgm:prSet presAssocID="{9F2EAE78-C5DC-4D34-91B5-3D9A3A1A8484}" presName="sibTrans" presStyleLbl="sibTrans1D1" presStyleIdx="4" presStyleCnt="9"/>
      <dgm:spPr/>
    </dgm:pt>
    <dgm:pt modelId="{61CF5E2D-A204-4AB3-88EE-1B2ACE689C23}" type="pres">
      <dgm:prSet presAssocID="{9F2EAE78-C5DC-4D34-91B5-3D9A3A1A8484}" presName="connectorText" presStyleLbl="sibTrans1D1" presStyleIdx="4" presStyleCnt="9"/>
      <dgm:spPr/>
    </dgm:pt>
    <dgm:pt modelId="{ED73F28F-B632-45F3-892D-CE8B3530B8A7}" type="pres">
      <dgm:prSet presAssocID="{0230BD87-08B4-49CF-885D-D50B4DA3F221}" presName="node" presStyleLbl="node1" presStyleIdx="5" presStyleCnt="10">
        <dgm:presLayoutVars>
          <dgm:bulletEnabled val="1"/>
        </dgm:presLayoutVars>
      </dgm:prSet>
      <dgm:spPr/>
    </dgm:pt>
    <dgm:pt modelId="{A924F79B-AEA6-4A6B-85D1-3CBDC9F809F7}" type="pres">
      <dgm:prSet presAssocID="{C9E1A7DB-9C93-4DC0-A612-BCADEA4F2E1E}" presName="sibTrans" presStyleLbl="sibTrans1D1" presStyleIdx="5" presStyleCnt="9"/>
      <dgm:spPr/>
    </dgm:pt>
    <dgm:pt modelId="{EF3FAE39-6A3C-497A-BEAB-6B33E0C5D894}" type="pres">
      <dgm:prSet presAssocID="{C9E1A7DB-9C93-4DC0-A612-BCADEA4F2E1E}" presName="connectorText" presStyleLbl="sibTrans1D1" presStyleIdx="5" presStyleCnt="9"/>
      <dgm:spPr/>
    </dgm:pt>
    <dgm:pt modelId="{6F49A8A9-3B9D-4842-BCAC-699ACDD06C23}" type="pres">
      <dgm:prSet presAssocID="{2F2D5369-F3F3-4588-BA6C-A7CCAAB95C8D}" presName="node" presStyleLbl="node1" presStyleIdx="6" presStyleCnt="10">
        <dgm:presLayoutVars>
          <dgm:bulletEnabled val="1"/>
        </dgm:presLayoutVars>
      </dgm:prSet>
      <dgm:spPr/>
    </dgm:pt>
    <dgm:pt modelId="{BE4D529B-CD8D-4C5F-99F9-4A5B320A9B89}" type="pres">
      <dgm:prSet presAssocID="{E2627E05-E597-46A4-8E15-ED764C9FBD63}" presName="sibTrans" presStyleLbl="sibTrans1D1" presStyleIdx="6" presStyleCnt="9"/>
      <dgm:spPr/>
    </dgm:pt>
    <dgm:pt modelId="{95AB4959-44CA-4D6C-B941-6DCABE9F1169}" type="pres">
      <dgm:prSet presAssocID="{E2627E05-E597-46A4-8E15-ED764C9FBD63}" presName="connectorText" presStyleLbl="sibTrans1D1" presStyleIdx="6" presStyleCnt="9"/>
      <dgm:spPr/>
    </dgm:pt>
    <dgm:pt modelId="{8E10DF4B-FA5B-489E-8793-CBC98815C133}" type="pres">
      <dgm:prSet presAssocID="{9028AEF1-0563-4075-A702-E818F9860CD3}" presName="node" presStyleLbl="node1" presStyleIdx="7" presStyleCnt="10">
        <dgm:presLayoutVars>
          <dgm:bulletEnabled val="1"/>
        </dgm:presLayoutVars>
      </dgm:prSet>
      <dgm:spPr/>
    </dgm:pt>
    <dgm:pt modelId="{65A959B7-0751-4F97-A208-C78BD0FCD1C5}" type="pres">
      <dgm:prSet presAssocID="{7F95A72B-F713-43F7-BAE8-8A9E52FCED23}" presName="sibTrans" presStyleLbl="sibTrans1D1" presStyleIdx="7" presStyleCnt="9"/>
      <dgm:spPr/>
    </dgm:pt>
    <dgm:pt modelId="{1EE21494-0DB5-45A6-AC9F-1A9762BF5D1E}" type="pres">
      <dgm:prSet presAssocID="{7F95A72B-F713-43F7-BAE8-8A9E52FCED23}" presName="connectorText" presStyleLbl="sibTrans1D1" presStyleIdx="7" presStyleCnt="9"/>
      <dgm:spPr/>
    </dgm:pt>
    <dgm:pt modelId="{E588FF77-C2E0-4C6E-BC44-4B12291C6A35}" type="pres">
      <dgm:prSet presAssocID="{C820A0A2-C926-4BA2-9FC8-8502AB975C43}" presName="node" presStyleLbl="node1" presStyleIdx="8" presStyleCnt="10">
        <dgm:presLayoutVars>
          <dgm:bulletEnabled val="1"/>
        </dgm:presLayoutVars>
      </dgm:prSet>
      <dgm:spPr/>
    </dgm:pt>
    <dgm:pt modelId="{FCDEF6F3-14E0-4168-85E1-293553795C79}" type="pres">
      <dgm:prSet presAssocID="{8F66BDC2-0BBA-43B9-9F0B-340DDAD723A6}" presName="sibTrans" presStyleLbl="sibTrans1D1" presStyleIdx="8" presStyleCnt="9"/>
      <dgm:spPr/>
    </dgm:pt>
    <dgm:pt modelId="{64AA75D4-1991-48FD-91BC-0362C663E025}" type="pres">
      <dgm:prSet presAssocID="{8F66BDC2-0BBA-43B9-9F0B-340DDAD723A6}" presName="connectorText" presStyleLbl="sibTrans1D1" presStyleIdx="8" presStyleCnt="9"/>
      <dgm:spPr/>
    </dgm:pt>
    <dgm:pt modelId="{165A4C82-EA48-46F0-965D-886556AE850F}" type="pres">
      <dgm:prSet presAssocID="{73E5ED98-D075-4F42-A0F0-C0F6F9D38889}" presName="node" presStyleLbl="node1" presStyleIdx="9" presStyleCnt="10">
        <dgm:presLayoutVars>
          <dgm:bulletEnabled val="1"/>
        </dgm:presLayoutVars>
      </dgm:prSet>
      <dgm:spPr/>
    </dgm:pt>
  </dgm:ptLst>
  <dgm:cxnLst>
    <dgm:cxn modelId="{B1976102-6BD8-40A6-AE8B-74D7C93F82C2}" srcId="{1B963375-4F26-44B9-A95B-F45AF006DA78}" destId="{FE6BB1FF-550D-4A15-AB6B-40BB41D8CAA7}" srcOrd="2" destOrd="0" parTransId="{73B36AD4-A9C6-4EA9-BE18-981BEF46C1EB}" sibTransId="{022E99A3-3364-4110-9D2E-062BD89D78C1}"/>
    <dgm:cxn modelId="{BFF2A104-5039-42D7-A4B9-AC8671813D0B}" srcId="{1B963375-4F26-44B9-A95B-F45AF006DA78}" destId="{2F2D5369-F3F3-4588-BA6C-A7CCAAB95C8D}" srcOrd="6" destOrd="0" parTransId="{B4C3DCFF-E30A-4005-9051-8C0A46F3A8FC}" sibTransId="{E2627E05-E597-46A4-8E15-ED764C9FBD63}"/>
    <dgm:cxn modelId="{6FC4E206-78EB-4548-A7ED-8C82B8D5DB2D}" srcId="{1B963375-4F26-44B9-A95B-F45AF006DA78}" destId="{72EE7C2E-0CA7-4F41-B3FD-9A8BC9F66877}" srcOrd="1" destOrd="0" parTransId="{02F6F3DF-1B33-4ED6-B19D-4E4ACED7E8F3}" sibTransId="{1EC10380-DD7E-47A4-94C0-0F15970B6144}"/>
    <dgm:cxn modelId="{1AAA4011-2336-43A2-9618-9DC8544DD607}" type="presOf" srcId="{C9E1A7DB-9C93-4DC0-A612-BCADEA4F2E1E}" destId="{A924F79B-AEA6-4A6B-85D1-3CBDC9F809F7}" srcOrd="0" destOrd="0" presId="urn:microsoft.com/office/officeart/2016/7/layout/RepeatingBendingProcessNew"/>
    <dgm:cxn modelId="{89DC3319-228C-43F6-BD7F-8F24BA0546C9}" srcId="{1B963375-4F26-44B9-A95B-F45AF006DA78}" destId="{9028AEF1-0563-4075-A702-E818F9860CD3}" srcOrd="7" destOrd="0" parTransId="{1645267C-6912-4A43-8BD7-BC8D709BF861}" sibTransId="{7F95A72B-F713-43F7-BAE8-8A9E52FCED23}"/>
    <dgm:cxn modelId="{3D1D221F-9D02-4CC4-B11C-49C8088EF553}" type="presOf" srcId="{00B7D35C-44C7-406F-936F-7ADF9E5DCD51}" destId="{6D7D3794-61E0-4744-8B54-7F55256B3444}" srcOrd="1" destOrd="0" presId="urn:microsoft.com/office/officeart/2016/7/layout/RepeatingBendingProcessNew"/>
    <dgm:cxn modelId="{62EADE2D-CE44-47D0-8367-BB005FF1AB88}" type="presOf" srcId="{8F66BDC2-0BBA-43B9-9F0B-340DDAD723A6}" destId="{64AA75D4-1991-48FD-91BC-0362C663E025}" srcOrd="1" destOrd="0" presId="urn:microsoft.com/office/officeart/2016/7/layout/RepeatingBendingProcessNew"/>
    <dgm:cxn modelId="{C2959D31-B0C9-41D3-B76A-E93437D76938}" type="presOf" srcId="{9F2EAE78-C5DC-4D34-91B5-3D9A3A1A8484}" destId="{61CF5E2D-A204-4AB3-88EE-1B2ACE689C23}" srcOrd="1" destOrd="0" presId="urn:microsoft.com/office/officeart/2016/7/layout/RepeatingBendingProcessNew"/>
    <dgm:cxn modelId="{1B4EC23B-4D84-4584-9721-16A70E4B9765}" type="presOf" srcId="{FE6BB1FF-550D-4A15-AB6B-40BB41D8CAA7}" destId="{EC875FFE-D5CC-4A42-878F-2825A7B09766}" srcOrd="0" destOrd="0" presId="urn:microsoft.com/office/officeart/2016/7/layout/RepeatingBendingProcessNew"/>
    <dgm:cxn modelId="{CDEE545C-C43A-4748-B5D9-45A61B09743F}" srcId="{1B963375-4F26-44B9-A95B-F45AF006DA78}" destId="{C820A0A2-C926-4BA2-9FC8-8502AB975C43}" srcOrd="8" destOrd="0" parTransId="{0C1E1CB1-27AB-405D-B9EB-02981845D2F8}" sibTransId="{8F66BDC2-0BBA-43B9-9F0B-340DDAD723A6}"/>
    <dgm:cxn modelId="{28DEEF60-38BE-4B02-BBF6-AEB1564EB612}" type="presOf" srcId="{00B7D35C-44C7-406F-936F-7ADF9E5DCD51}" destId="{2370B26A-2581-42C0-87DC-13F1269E2091}" srcOrd="0" destOrd="0" presId="urn:microsoft.com/office/officeart/2016/7/layout/RepeatingBendingProcessNew"/>
    <dgm:cxn modelId="{178EA442-C47E-4C84-B6B0-ACFF2C542AAB}" srcId="{1B963375-4F26-44B9-A95B-F45AF006DA78}" destId="{6C84E346-7915-4E7F-8682-31A4EEF535B1}" srcOrd="0" destOrd="0" parTransId="{D40B1E25-BF8A-4B7B-87BD-FE9ABAB46A1B}" sibTransId="{7689C072-987D-41E0-ADD5-AB21129DF7E5}"/>
    <dgm:cxn modelId="{1D650C45-ECC0-44DB-ADD5-62ACC63F82F6}" type="presOf" srcId="{1EC10380-DD7E-47A4-94C0-0F15970B6144}" destId="{F3651643-2EA1-4FA5-A62A-370D7E4AF1A7}" srcOrd="1" destOrd="0" presId="urn:microsoft.com/office/officeart/2016/7/layout/RepeatingBendingProcessNew"/>
    <dgm:cxn modelId="{5FD2C765-D357-4A7B-B970-E40F2FBAA786}" type="presOf" srcId="{73E5ED98-D075-4F42-A0F0-C0F6F9D38889}" destId="{165A4C82-EA48-46F0-965D-886556AE850F}" srcOrd="0" destOrd="0" presId="urn:microsoft.com/office/officeart/2016/7/layout/RepeatingBendingProcessNew"/>
    <dgm:cxn modelId="{483DF647-DDFA-4DA9-986F-A77E845E2CE9}" srcId="{1B963375-4F26-44B9-A95B-F45AF006DA78}" destId="{7C0DF612-25B3-44B4-81AA-45C52AA128E7}" srcOrd="4" destOrd="0" parTransId="{746411B1-4CF3-4110-A101-CB78B4CA0BDF}" sibTransId="{9F2EAE78-C5DC-4D34-91B5-3D9A3A1A8484}"/>
    <dgm:cxn modelId="{CC191E51-C244-424E-8AC5-E2326E1C288F}" type="presOf" srcId="{0230BD87-08B4-49CF-885D-D50B4DA3F221}" destId="{ED73F28F-B632-45F3-892D-CE8B3530B8A7}" srcOrd="0" destOrd="0" presId="urn:microsoft.com/office/officeart/2016/7/layout/RepeatingBendingProcessNew"/>
    <dgm:cxn modelId="{EF889555-0378-413C-8EBE-296DDED0313F}" srcId="{1B963375-4F26-44B9-A95B-F45AF006DA78}" destId="{4CFDB527-8625-43D4-A45F-843E5CF8A9B1}" srcOrd="3" destOrd="0" parTransId="{99FBCDE6-E38B-4F79-8FF4-00FDFD205CC6}" sibTransId="{00B7D35C-44C7-406F-936F-7ADF9E5DCD51}"/>
    <dgm:cxn modelId="{3EB3FC77-12BD-4B30-B725-F9816519CA66}" srcId="{1B963375-4F26-44B9-A95B-F45AF006DA78}" destId="{0230BD87-08B4-49CF-885D-D50B4DA3F221}" srcOrd="5" destOrd="0" parTransId="{1C006226-84DD-4AE7-86B8-0A95B2063ECB}" sibTransId="{C9E1A7DB-9C93-4DC0-A612-BCADEA4F2E1E}"/>
    <dgm:cxn modelId="{E6415F80-D117-4544-87C8-A3762BD013BC}" type="presOf" srcId="{72EE7C2E-0CA7-4F41-B3FD-9A8BC9F66877}" destId="{3D781A0B-9785-4482-9CE4-CB7981DAA306}" srcOrd="0" destOrd="0" presId="urn:microsoft.com/office/officeart/2016/7/layout/RepeatingBendingProcessNew"/>
    <dgm:cxn modelId="{09F52E87-FC51-4638-8935-4C18C24F7F5E}" type="presOf" srcId="{1B963375-4F26-44B9-A95B-F45AF006DA78}" destId="{1373D33E-1820-40E5-97AC-B7A3B9FCCE05}" srcOrd="0" destOrd="0" presId="urn:microsoft.com/office/officeart/2016/7/layout/RepeatingBendingProcessNew"/>
    <dgm:cxn modelId="{69348F8B-3816-4A56-9178-1FF747971204}" type="presOf" srcId="{7689C072-987D-41E0-ADD5-AB21129DF7E5}" destId="{705B35D5-2951-4C30-998B-82F4A5AC658C}" srcOrd="0" destOrd="0" presId="urn:microsoft.com/office/officeart/2016/7/layout/RepeatingBendingProcessNew"/>
    <dgm:cxn modelId="{55E4DE99-9C7C-412F-BA79-3AD13006EF29}" type="presOf" srcId="{2F2D5369-F3F3-4588-BA6C-A7CCAAB95C8D}" destId="{6F49A8A9-3B9D-4842-BCAC-699ACDD06C23}" srcOrd="0" destOrd="0" presId="urn:microsoft.com/office/officeart/2016/7/layout/RepeatingBendingProcessNew"/>
    <dgm:cxn modelId="{E90A069B-07E2-4F70-B513-049A9D31F07A}" type="presOf" srcId="{7F95A72B-F713-43F7-BAE8-8A9E52FCED23}" destId="{65A959B7-0751-4F97-A208-C78BD0FCD1C5}" srcOrd="0" destOrd="0" presId="urn:microsoft.com/office/officeart/2016/7/layout/RepeatingBendingProcessNew"/>
    <dgm:cxn modelId="{2914859C-5570-49FF-887C-096E5E28EEC9}" type="presOf" srcId="{7C0DF612-25B3-44B4-81AA-45C52AA128E7}" destId="{894BC287-02FA-43BE-A6D8-F6B8FF97556A}" srcOrd="0" destOrd="0" presId="urn:microsoft.com/office/officeart/2016/7/layout/RepeatingBendingProcessNew"/>
    <dgm:cxn modelId="{3FD0C1A6-BC63-4C8D-B053-4630F67E2D2B}" type="presOf" srcId="{022E99A3-3364-4110-9D2E-062BD89D78C1}" destId="{AB012A1D-4ECB-4354-A882-BD9A076CCD1D}" srcOrd="0" destOrd="0" presId="urn:microsoft.com/office/officeart/2016/7/layout/RepeatingBendingProcessNew"/>
    <dgm:cxn modelId="{C41AC0A9-AA65-4BD5-9D33-2F76C950B2E5}" type="presOf" srcId="{6C84E346-7915-4E7F-8682-31A4EEF535B1}" destId="{DD8F26ED-A978-403B-A671-0A694B1DA5C4}" srcOrd="0" destOrd="0" presId="urn:microsoft.com/office/officeart/2016/7/layout/RepeatingBendingProcessNew"/>
    <dgm:cxn modelId="{3B902CB0-B87E-49F2-ACDB-18810E14ABC2}" type="presOf" srcId="{E2627E05-E597-46A4-8E15-ED764C9FBD63}" destId="{BE4D529B-CD8D-4C5F-99F9-4A5B320A9B89}" srcOrd="0" destOrd="0" presId="urn:microsoft.com/office/officeart/2016/7/layout/RepeatingBendingProcessNew"/>
    <dgm:cxn modelId="{20B91FB2-D90C-4EC9-A2B8-2F941B115E49}" type="presOf" srcId="{022E99A3-3364-4110-9D2E-062BD89D78C1}" destId="{B6B56919-A264-477C-962B-22A87C89B180}" srcOrd="1" destOrd="0" presId="urn:microsoft.com/office/officeart/2016/7/layout/RepeatingBendingProcessNew"/>
    <dgm:cxn modelId="{7984E7B6-5416-4F01-8023-B75A5DC236E3}" srcId="{1B963375-4F26-44B9-A95B-F45AF006DA78}" destId="{73E5ED98-D075-4F42-A0F0-C0F6F9D38889}" srcOrd="9" destOrd="0" parTransId="{012AEE2F-A72D-4E5E-A20C-FDA1BF268F5B}" sibTransId="{E85C7EA8-C609-4A3F-8BDB-299A4EBC01A5}"/>
    <dgm:cxn modelId="{E24C7AD3-232D-4177-A60A-2E3A9F71DD81}" type="presOf" srcId="{C9E1A7DB-9C93-4DC0-A612-BCADEA4F2E1E}" destId="{EF3FAE39-6A3C-497A-BEAB-6B33E0C5D894}" srcOrd="1" destOrd="0" presId="urn:microsoft.com/office/officeart/2016/7/layout/RepeatingBendingProcessNew"/>
    <dgm:cxn modelId="{624404D6-441B-4EDB-B60B-FD7C320B2DD6}" type="presOf" srcId="{C820A0A2-C926-4BA2-9FC8-8502AB975C43}" destId="{E588FF77-C2E0-4C6E-BC44-4B12291C6A35}" srcOrd="0" destOrd="0" presId="urn:microsoft.com/office/officeart/2016/7/layout/RepeatingBendingProcessNew"/>
    <dgm:cxn modelId="{C64A48DE-8737-49F8-87E1-518E413678A5}" type="presOf" srcId="{4CFDB527-8625-43D4-A45F-843E5CF8A9B1}" destId="{649BD098-86CA-4E48-ABFB-5FAE0942E493}" srcOrd="0" destOrd="0" presId="urn:microsoft.com/office/officeart/2016/7/layout/RepeatingBendingProcessNew"/>
    <dgm:cxn modelId="{CEE029DF-1F37-4BE5-B7BC-4E05DF97F68C}" type="presOf" srcId="{9F2EAE78-C5DC-4D34-91B5-3D9A3A1A8484}" destId="{493AFE35-BF64-48AE-9CC3-20F9DA6B15EC}" srcOrd="0" destOrd="0" presId="urn:microsoft.com/office/officeart/2016/7/layout/RepeatingBendingProcessNew"/>
    <dgm:cxn modelId="{EEA215E4-FCED-42AB-B800-6D7B5723E132}" type="presOf" srcId="{1EC10380-DD7E-47A4-94C0-0F15970B6144}" destId="{63B26CCB-0F7B-40E7-B1F0-DE7EBAAF511F}" srcOrd="0" destOrd="0" presId="urn:microsoft.com/office/officeart/2016/7/layout/RepeatingBendingProcessNew"/>
    <dgm:cxn modelId="{107122EC-15C3-4240-8E65-7FCA6184A7B1}" type="presOf" srcId="{E2627E05-E597-46A4-8E15-ED764C9FBD63}" destId="{95AB4959-44CA-4D6C-B941-6DCABE9F1169}" srcOrd="1" destOrd="0" presId="urn:microsoft.com/office/officeart/2016/7/layout/RepeatingBendingProcessNew"/>
    <dgm:cxn modelId="{A0B05CED-30F0-4E8A-BF3D-760AB05FE819}" type="presOf" srcId="{7689C072-987D-41E0-ADD5-AB21129DF7E5}" destId="{5E523541-11FB-49C6-8FEE-10F958C39C48}" srcOrd="1" destOrd="0" presId="urn:microsoft.com/office/officeart/2016/7/layout/RepeatingBendingProcessNew"/>
    <dgm:cxn modelId="{A5C9D5EF-48DA-4CEA-9917-1D99B1FE61C1}" type="presOf" srcId="{9028AEF1-0563-4075-A702-E818F9860CD3}" destId="{8E10DF4B-FA5B-489E-8793-CBC98815C133}" srcOrd="0" destOrd="0" presId="urn:microsoft.com/office/officeart/2016/7/layout/RepeatingBendingProcessNew"/>
    <dgm:cxn modelId="{50CBDFF7-4D05-4F31-8F3B-EBE3C1D19E31}" type="presOf" srcId="{7F95A72B-F713-43F7-BAE8-8A9E52FCED23}" destId="{1EE21494-0DB5-45A6-AC9F-1A9762BF5D1E}" srcOrd="1" destOrd="0" presId="urn:microsoft.com/office/officeart/2016/7/layout/RepeatingBendingProcessNew"/>
    <dgm:cxn modelId="{B87AA5FF-44A2-4D38-A9F9-3F1AEE92EF44}" type="presOf" srcId="{8F66BDC2-0BBA-43B9-9F0B-340DDAD723A6}" destId="{FCDEF6F3-14E0-4168-85E1-293553795C79}" srcOrd="0" destOrd="0" presId="urn:microsoft.com/office/officeart/2016/7/layout/RepeatingBendingProcessNew"/>
    <dgm:cxn modelId="{08E59F15-BBCC-4428-B601-1192FD7D2BB1}" type="presParOf" srcId="{1373D33E-1820-40E5-97AC-B7A3B9FCCE05}" destId="{DD8F26ED-A978-403B-A671-0A694B1DA5C4}" srcOrd="0" destOrd="0" presId="urn:microsoft.com/office/officeart/2016/7/layout/RepeatingBendingProcessNew"/>
    <dgm:cxn modelId="{473D3CF5-FD0D-4EA9-96CB-2FF4F1C59D1D}" type="presParOf" srcId="{1373D33E-1820-40E5-97AC-B7A3B9FCCE05}" destId="{705B35D5-2951-4C30-998B-82F4A5AC658C}" srcOrd="1" destOrd="0" presId="urn:microsoft.com/office/officeart/2016/7/layout/RepeatingBendingProcessNew"/>
    <dgm:cxn modelId="{C177BF1B-3266-4790-8EB5-6EC7430D49D0}" type="presParOf" srcId="{705B35D5-2951-4C30-998B-82F4A5AC658C}" destId="{5E523541-11FB-49C6-8FEE-10F958C39C48}" srcOrd="0" destOrd="0" presId="urn:microsoft.com/office/officeart/2016/7/layout/RepeatingBendingProcessNew"/>
    <dgm:cxn modelId="{FC5C1A07-6556-4E48-BD06-C6AC9057899F}" type="presParOf" srcId="{1373D33E-1820-40E5-97AC-B7A3B9FCCE05}" destId="{3D781A0B-9785-4482-9CE4-CB7981DAA306}" srcOrd="2" destOrd="0" presId="urn:microsoft.com/office/officeart/2016/7/layout/RepeatingBendingProcessNew"/>
    <dgm:cxn modelId="{ACEFA977-B2A7-42BA-91A1-49651F0F31DF}" type="presParOf" srcId="{1373D33E-1820-40E5-97AC-B7A3B9FCCE05}" destId="{63B26CCB-0F7B-40E7-B1F0-DE7EBAAF511F}" srcOrd="3" destOrd="0" presId="urn:microsoft.com/office/officeart/2016/7/layout/RepeatingBendingProcessNew"/>
    <dgm:cxn modelId="{F59CA12A-C6B3-4D78-88EE-FAE6D95731D3}" type="presParOf" srcId="{63B26CCB-0F7B-40E7-B1F0-DE7EBAAF511F}" destId="{F3651643-2EA1-4FA5-A62A-370D7E4AF1A7}" srcOrd="0" destOrd="0" presId="urn:microsoft.com/office/officeart/2016/7/layout/RepeatingBendingProcessNew"/>
    <dgm:cxn modelId="{D1264541-C0E7-4401-8BAA-E761A72EE2D6}" type="presParOf" srcId="{1373D33E-1820-40E5-97AC-B7A3B9FCCE05}" destId="{EC875FFE-D5CC-4A42-878F-2825A7B09766}" srcOrd="4" destOrd="0" presId="urn:microsoft.com/office/officeart/2016/7/layout/RepeatingBendingProcessNew"/>
    <dgm:cxn modelId="{D0EB69C3-911E-4D5C-B9D3-8205737079BC}" type="presParOf" srcId="{1373D33E-1820-40E5-97AC-B7A3B9FCCE05}" destId="{AB012A1D-4ECB-4354-A882-BD9A076CCD1D}" srcOrd="5" destOrd="0" presId="urn:microsoft.com/office/officeart/2016/7/layout/RepeatingBendingProcessNew"/>
    <dgm:cxn modelId="{DD53B253-2A69-4C8C-B008-F1D2A3A82C1C}" type="presParOf" srcId="{AB012A1D-4ECB-4354-A882-BD9A076CCD1D}" destId="{B6B56919-A264-477C-962B-22A87C89B180}" srcOrd="0" destOrd="0" presId="urn:microsoft.com/office/officeart/2016/7/layout/RepeatingBendingProcessNew"/>
    <dgm:cxn modelId="{E4870F70-9E8A-413D-ABC9-BBB5AB523386}" type="presParOf" srcId="{1373D33E-1820-40E5-97AC-B7A3B9FCCE05}" destId="{649BD098-86CA-4E48-ABFB-5FAE0942E493}" srcOrd="6" destOrd="0" presId="urn:microsoft.com/office/officeart/2016/7/layout/RepeatingBendingProcessNew"/>
    <dgm:cxn modelId="{F9D2610B-124D-4C61-AC16-7F4ED7612651}" type="presParOf" srcId="{1373D33E-1820-40E5-97AC-B7A3B9FCCE05}" destId="{2370B26A-2581-42C0-87DC-13F1269E2091}" srcOrd="7" destOrd="0" presId="urn:microsoft.com/office/officeart/2016/7/layout/RepeatingBendingProcessNew"/>
    <dgm:cxn modelId="{FAD6C797-096D-4C55-ABB5-732F07F45518}" type="presParOf" srcId="{2370B26A-2581-42C0-87DC-13F1269E2091}" destId="{6D7D3794-61E0-4744-8B54-7F55256B3444}" srcOrd="0" destOrd="0" presId="urn:microsoft.com/office/officeart/2016/7/layout/RepeatingBendingProcessNew"/>
    <dgm:cxn modelId="{6CFFF2A4-91D5-4409-B995-7A566967B966}" type="presParOf" srcId="{1373D33E-1820-40E5-97AC-B7A3B9FCCE05}" destId="{894BC287-02FA-43BE-A6D8-F6B8FF97556A}" srcOrd="8" destOrd="0" presId="urn:microsoft.com/office/officeart/2016/7/layout/RepeatingBendingProcessNew"/>
    <dgm:cxn modelId="{FB84736D-7EE0-4797-AEC7-274C6368A2ED}" type="presParOf" srcId="{1373D33E-1820-40E5-97AC-B7A3B9FCCE05}" destId="{493AFE35-BF64-48AE-9CC3-20F9DA6B15EC}" srcOrd="9" destOrd="0" presId="urn:microsoft.com/office/officeart/2016/7/layout/RepeatingBendingProcessNew"/>
    <dgm:cxn modelId="{1D01EA24-6DA0-4E2B-A37E-80E18B6783D5}" type="presParOf" srcId="{493AFE35-BF64-48AE-9CC3-20F9DA6B15EC}" destId="{61CF5E2D-A204-4AB3-88EE-1B2ACE689C23}" srcOrd="0" destOrd="0" presId="urn:microsoft.com/office/officeart/2016/7/layout/RepeatingBendingProcessNew"/>
    <dgm:cxn modelId="{096E4E2C-F9C5-400E-977D-D079AEA99D90}" type="presParOf" srcId="{1373D33E-1820-40E5-97AC-B7A3B9FCCE05}" destId="{ED73F28F-B632-45F3-892D-CE8B3530B8A7}" srcOrd="10" destOrd="0" presId="urn:microsoft.com/office/officeart/2016/7/layout/RepeatingBendingProcessNew"/>
    <dgm:cxn modelId="{C6F5CA6E-CB29-4174-B848-BA848221D2CB}" type="presParOf" srcId="{1373D33E-1820-40E5-97AC-B7A3B9FCCE05}" destId="{A924F79B-AEA6-4A6B-85D1-3CBDC9F809F7}" srcOrd="11" destOrd="0" presId="urn:microsoft.com/office/officeart/2016/7/layout/RepeatingBendingProcessNew"/>
    <dgm:cxn modelId="{4CC2DF08-3C1B-4B14-B14B-166E97557435}" type="presParOf" srcId="{A924F79B-AEA6-4A6B-85D1-3CBDC9F809F7}" destId="{EF3FAE39-6A3C-497A-BEAB-6B33E0C5D894}" srcOrd="0" destOrd="0" presId="urn:microsoft.com/office/officeart/2016/7/layout/RepeatingBendingProcessNew"/>
    <dgm:cxn modelId="{C828111D-B9A2-4150-90CC-07090DF1A785}" type="presParOf" srcId="{1373D33E-1820-40E5-97AC-B7A3B9FCCE05}" destId="{6F49A8A9-3B9D-4842-BCAC-699ACDD06C23}" srcOrd="12" destOrd="0" presId="urn:microsoft.com/office/officeart/2016/7/layout/RepeatingBendingProcessNew"/>
    <dgm:cxn modelId="{30784200-6D56-49C6-BF2E-EEE61A56AB02}" type="presParOf" srcId="{1373D33E-1820-40E5-97AC-B7A3B9FCCE05}" destId="{BE4D529B-CD8D-4C5F-99F9-4A5B320A9B89}" srcOrd="13" destOrd="0" presId="urn:microsoft.com/office/officeart/2016/7/layout/RepeatingBendingProcessNew"/>
    <dgm:cxn modelId="{254ACAA6-E7C1-455F-832E-BEC824729B93}" type="presParOf" srcId="{BE4D529B-CD8D-4C5F-99F9-4A5B320A9B89}" destId="{95AB4959-44CA-4D6C-B941-6DCABE9F1169}" srcOrd="0" destOrd="0" presId="urn:microsoft.com/office/officeart/2016/7/layout/RepeatingBendingProcessNew"/>
    <dgm:cxn modelId="{1DEA5B50-5C8C-45FD-BCBE-6FF6AA3918E6}" type="presParOf" srcId="{1373D33E-1820-40E5-97AC-B7A3B9FCCE05}" destId="{8E10DF4B-FA5B-489E-8793-CBC98815C133}" srcOrd="14" destOrd="0" presId="urn:microsoft.com/office/officeart/2016/7/layout/RepeatingBendingProcessNew"/>
    <dgm:cxn modelId="{FD115E59-8B2A-4AF7-9217-2F51875B68A8}" type="presParOf" srcId="{1373D33E-1820-40E5-97AC-B7A3B9FCCE05}" destId="{65A959B7-0751-4F97-A208-C78BD0FCD1C5}" srcOrd="15" destOrd="0" presId="urn:microsoft.com/office/officeart/2016/7/layout/RepeatingBendingProcessNew"/>
    <dgm:cxn modelId="{6CAA885E-0EB3-4759-9EA8-D374822F4353}" type="presParOf" srcId="{65A959B7-0751-4F97-A208-C78BD0FCD1C5}" destId="{1EE21494-0DB5-45A6-AC9F-1A9762BF5D1E}" srcOrd="0" destOrd="0" presId="urn:microsoft.com/office/officeart/2016/7/layout/RepeatingBendingProcessNew"/>
    <dgm:cxn modelId="{8EA81C66-99D0-4606-8D91-BE34644BFF0F}" type="presParOf" srcId="{1373D33E-1820-40E5-97AC-B7A3B9FCCE05}" destId="{E588FF77-C2E0-4C6E-BC44-4B12291C6A35}" srcOrd="16" destOrd="0" presId="urn:microsoft.com/office/officeart/2016/7/layout/RepeatingBendingProcessNew"/>
    <dgm:cxn modelId="{20F7B6D9-1E5F-40C8-AD39-37D28E51CF20}" type="presParOf" srcId="{1373D33E-1820-40E5-97AC-B7A3B9FCCE05}" destId="{FCDEF6F3-14E0-4168-85E1-293553795C79}" srcOrd="17" destOrd="0" presId="urn:microsoft.com/office/officeart/2016/7/layout/RepeatingBendingProcessNew"/>
    <dgm:cxn modelId="{CC7D6AD4-B45F-4D63-97DE-DB0D2DF0B2D2}" type="presParOf" srcId="{FCDEF6F3-14E0-4168-85E1-293553795C79}" destId="{64AA75D4-1991-48FD-91BC-0362C663E025}" srcOrd="0" destOrd="0" presId="urn:microsoft.com/office/officeart/2016/7/layout/RepeatingBendingProcessNew"/>
    <dgm:cxn modelId="{1403F807-2BC9-4E24-989A-FBDE8ED38450}" type="presParOf" srcId="{1373D33E-1820-40E5-97AC-B7A3B9FCCE05}" destId="{165A4C82-EA48-46F0-965D-886556AE850F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D99C30-E8C8-4FB0-9AA2-C20CF313AF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FE11700-6A98-4E3F-9E71-A10021A71727}">
      <dgm:prSet/>
      <dgm:spPr/>
      <dgm:t>
        <a:bodyPr/>
        <a:lstStyle/>
        <a:p>
          <a:r>
            <a:rPr lang="en-US"/>
            <a:t>Automated test execution on every commit</a:t>
          </a:r>
        </a:p>
      </dgm:t>
    </dgm:pt>
    <dgm:pt modelId="{97A425DA-4E81-45A0-A832-412160B1AA14}" type="parTrans" cxnId="{C7A7A389-AAB4-4E11-96D1-A220EE1E4754}">
      <dgm:prSet/>
      <dgm:spPr/>
      <dgm:t>
        <a:bodyPr/>
        <a:lstStyle/>
        <a:p>
          <a:endParaRPr lang="en-US"/>
        </a:p>
      </dgm:t>
    </dgm:pt>
    <dgm:pt modelId="{73E3E5A1-3DFB-4697-8874-AB43D3D1EEBA}" type="sibTrans" cxnId="{C7A7A389-AAB4-4E11-96D1-A220EE1E4754}">
      <dgm:prSet/>
      <dgm:spPr/>
      <dgm:t>
        <a:bodyPr/>
        <a:lstStyle/>
        <a:p>
          <a:endParaRPr lang="en-US"/>
        </a:p>
      </dgm:t>
    </dgm:pt>
    <dgm:pt modelId="{2E969C03-9410-45C5-892C-1704CE296CD4}">
      <dgm:prSet/>
      <dgm:spPr/>
      <dgm:t>
        <a:bodyPr/>
        <a:lstStyle/>
        <a:p>
          <a:r>
            <a:rPr lang="en-US"/>
            <a:t>80%+ code coverage requirement enforcement</a:t>
          </a:r>
        </a:p>
      </dgm:t>
    </dgm:pt>
    <dgm:pt modelId="{F69AF249-9065-45B9-8C3E-8FD2A147D1D4}" type="parTrans" cxnId="{B884BF2C-520F-4653-A6A7-FE8129554136}">
      <dgm:prSet/>
      <dgm:spPr/>
      <dgm:t>
        <a:bodyPr/>
        <a:lstStyle/>
        <a:p>
          <a:endParaRPr lang="en-US"/>
        </a:p>
      </dgm:t>
    </dgm:pt>
    <dgm:pt modelId="{7BCAAE82-5CAB-4E67-91C2-E4777E2B08F7}" type="sibTrans" cxnId="{B884BF2C-520F-4653-A6A7-FE8129554136}">
      <dgm:prSet/>
      <dgm:spPr/>
      <dgm:t>
        <a:bodyPr/>
        <a:lstStyle/>
        <a:p>
          <a:endParaRPr lang="en-US"/>
        </a:p>
      </dgm:t>
    </dgm:pt>
    <dgm:pt modelId="{7B4A1CF2-2B1E-4989-BDDC-FA9428BB0FD1}">
      <dgm:prSet/>
      <dgm:spPr/>
      <dgm:t>
        <a:bodyPr/>
        <a:lstStyle/>
        <a:p>
          <a:r>
            <a:rPr lang="en-US"/>
            <a:t>Parallel test execution for faster feedback</a:t>
          </a:r>
        </a:p>
      </dgm:t>
    </dgm:pt>
    <dgm:pt modelId="{4A64611A-CF2F-4D26-9E8D-C3840F6EFE87}" type="parTrans" cxnId="{C86F81D0-14B5-4EC1-936B-87EEECB06CF0}">
      <dgm:prSet/>
      <dgm:spPr/>
      <dgm:t>
        <a:bodyPr/>
        <a:lstStyle/>
        <a:p>
          <a:endParaRPr lang="en-US"/>
        </a:p>
      </dgm:t>
    </dgm:pt>
    <dgm:pt modelId="{C5BACE3B-39E1-42C4-8BF0-8FFCF451C9B6}" type="sibTrans" cxnId="{C86F81D0-14B5-4EC1-936B-87EEECB06CF0}">
      <dgm:prSet/>
      <dgm:spPr/>
      <dgm:t>
        <a:bodyPr/>
        <a:lstStyle/>
        <a:p>
          <a:endParaRPr lang="en-US"/>
        </a:p>
      </dgm:t>
    </dgm:pt>
    <dgm:pt modelId="{23EFA327-4882-4356-AC27-57F76DD20F21}">
      <dgm:prSet/>
      <dgm:spPr/>
      <dgm:t>
        <a:bodyPr/>
        <a:lstStyle/>
        <a:p>
          <a:r>
            <a:rPr lang="en-US"/>
            <a:t>Test data generation and seeding utilities</a:t>
          </a:r>
        </a:p>
      </dgm:t>
    </dgm:pt>
    <dgm:pt modelId="{97B3E18B-B8A5-423F-A7F2-03FFFFC86651}" type="parTrans" cxnId="{5B0FC7BB-86D9-48D0-BB2B-57384791A8C0}">
      <dgm:prSet/>
      <dgm:spPr/>
      <dgm:t>
        <a:bodyPr/>
        <a:lstStyle/>
        <a:p>
          <a:endParaRPr lang="en-US"/>
        </a:p>
      </dgm:t>
    </dgm:pt>
    <dgm:pt modelId="{B186B6C1-5B1A-487B-A9AB-93AA43A57E1D}" type="sibTrans" cxnId="{5B0FC7BB-86D9-48D0-BB2B-57384791A8C0}">
      <dgm:prSet/>
      <dgm:spPr/>
      <dgm:t>
        <a:bodyPr/>
        <a:lstStyle/>
        <a:p>
          <a:endParaRPr lang="en-US"/>
        </a:p>
      </dgm:t>
    </dgm:pt>
    <dgm:pt modelId="{7B559408-D7FC-40F5-A024-B413DE6E1A7C}">
      <dgm:prSet/>
      <dgm:spPr/>
      <dgm:t>
        <a:bodyPr/>
        <a:lstStyle/>
        <a:p>
          <a:r>
            <a:rPr lang="en-US"/>
            <a:t>Isolated test environment with in-memory DB</a:t>
          </a:r>
        </a:p>
      </dgm:t>
    </dgm:pt>
    <dgm:pt modelId="{EA8DBB74-3196-4E61-AE60-2DDF3288A49F}" type="parTrans" cxnId="{FDA7056E-0765-43E5-B96A-811B7212CE00}">
      <dgm:prSet/>
      <dgm:spPr/>
      <dgm:t>
        <a:bodyPr/>
        <a:lstStyle/>
        <a:p>
          <a:endParaRPr lang="en-US"/>
        </a:p>
      </dgm:t>
    </dgm:pt>
    <dgm:pt modelId="{8D8F6FD8-A593-4095-9AE9-33EA89707B82}" type="sibTrans" cxnId="{FDA7056E-0765-43E5-B96A-811B7212CE00}">
      <dgm:prSet/>
      <dgm:spPr/>
      <dgm:t>
        <a:bodyPr/>
        <a:lstStyle/>
        <a:p>
          <a:endParaRPr lang="en-US"/>
        </a:p>
      </dgm:t>
    </dgm:pt>
    <dgm:pt modelId="{E4DC1774-FAB0-4604-B478-6D04995BD503}">
      <dgm:prSet/>
      <dgm:spPr/>
      <dgm:t>
        <a:bodyPr/>
        <a:lstStyle/>
        <a:p>
          <a:r>
            <a:rPr lang="en-US"/>
            <a:t>Comprehensive test reporting and analytics</a:t>
          </a:r>
        </a:p>
      </dgm:t>
    </dgm:pt>
    <dgm:pt modelId="{BA9C9898-2039-4837-825D-BC6DE0575556}" type="parTrans" cxnId="{0A128728-9631-405C-964B-BDBCFCF9D12D}">
      <dgm:prSet/>
      <dgm:spPr/>
      <dgm:t>
        <a:bodyPr/>
        <a:lstStyle/>
        <a:p>
          <a:endParaRPr lang="en-US"/>
        </a:p>
      </dgm:t>
    </dgm:pt>
    <dgm:pt modelId="{2E5FFF09-7565-406E-A378-7DC01F8C3B58}" type="sibTrans" cxnId="{0A128728-9631-405C-964B-BDBCFCF9D12D}">
      <dgm:prSet/>
      <dgm:spPr/>
      <dgm:t>
        <a:bodyPr/>
        <a:lstStyle/>
        <a:p>
          <a:endParaRPr lang="en-US"/>
        </a:p>
      </dgm:t>
    </dgm:pt>
    <dgm:pt modelId="{BDAD22B4-A409-45DF-A7C3-D94D77F8149E}">
      <dgm:prSet/>
      <dgm:spPr/>
      <dgm:t>
        <a:bodyPr/>
        <a:lstStyle/>
        <a:p>
          <a:r>
            <a:rPr lang="en-US"/>
            <a:t>Reusable test fixtures and mock factories</a:t>
          </a:r>
        </a:p>
      </dgm:t>
    </dgm:pt>
    <dgm:pt modelId="{EB7EF813-A2CF-4A59-BBDF-FA99D0FA5E59}" type="parTrans" cxnId="{0B784A9B-4E13-465E-B351-E98B79039FEC}">
      <dgm:prSet/>
      <dgm:spPr/>
      <dgm:t>
        <a:bodyPr/>
        <a:lstStyle/>
        <a:p>
          <a:endParaRPr lang="en-US"/>
        </a:p>
      </dgm:t>
    </dgm:pt>
    <dgm:pt modelId="{04ECCBAA-0652-4163-872B-45C4C9E25526}" type="sibTrans" cxnId="{0B784A9B-4E13-465E-B351-E98B79039FEC}">
      <dgm:prSet/>
      <dgm:spPr/>
      <dgm:t>
        <a:bodyPr/>
        <a:lstStyle/>
        <a:p>
          <a:endParaRPr lang="en-US"/>
        </a:p>
      </dgm:t>
    </dgm:pt>
    <dgm:pt modelId="{42B27FA8-9630-4910-B1C8-0A0FCDBB9485}">
      <dgm:prSet/>
      <dgm:spPr/>
      <dgm:t>
        <a:bodyPr/>
        <a:lstStyle/>
        <a:p>
          <a:r>
            <a:rPr lang="en-US"/>
            <a:t>Automatic dependency vulnerability scanning</a:t>
          </a:r>
        </a:p>
      </dgm:t>
    </dgm:pt>
    <dgm:pt modelId="{2348F9A3-CFFB-40D3-A4D0-C12B68C62F85}" type="parTrans" cxnId="{FF5F1105-ED7C-4277-8B13-9DE7C1BA5631}">
      <dgm:prSet/>
      <dgm:spPr/>
      <dgm:t>
        <a:bodyPr/>
        <a:lstStyle/>
        <a:p>
          <a:endParaRPr lang="en-US"/>
        </a:p>
      </dgm:t>
    </dgm:pt>
    <dgm:pt modelId="{24872AB6-592F-4F0C-85EE-B270FD2E6217}" type="sibTrans" cxnId="{FF5F1105-ED7C-4277-8B13-9DE7C1BA5631}">
      <dgm:prSet/>
      <dgm:spPr/>
      <dgm:t>
        <a:bodyPr/>
        <a:lstStyle/>
        <a:p>
          <a:endParaRPr lang="en-US"/>
        </a:p>
      </dgm:t>
    </dgm:pt>
    <dgm:pt modelId="{A17C2D75-F9C4-4E14-B78A-D4270133FD4E}">
      <dgm:prSet/>
      <dgm:spPr/>
      <dgm:t>
        <a:bodyPr/>
        <a:lstStyle/>
        <a:p>
          <a:r>
            <a:rPr lang="en-US"/>
            <a:t>Code quality checks with ESLint</a:t>
          </a:r>
        </a:p>
      </dgm:t>
    </dgm:pt>
    <dgm:pt modelId="{049D4343-E46D-464E-98C1-B6078B50F6DA}" type="parTrans" cxnId="{316E686A-3B6E-4EA0-8158-6E990BD701B9}">
      <dgm:prSet/>
      <dgm:spPr/>
      <dgm:t>
        <a:bodyPr/>
        <a:lstStyle/>
        <a:p>
          <a:endParaRPr lang="en-US"/>
        </a:p>
      </dgm:t>
    </dgm:pt>
    <dgm:pt modelId="{4D22FB6E-9E01-4081-B654-E6AF32784CD1}" type="sibTrans" cxnId="{316E686A-3B6E-4EA0-8158-6E990BD701B9}">
      <dgm:prSet/>
      <dgm:spPr/>
      <dgm:t>
        <a:bodyPr/>
        <a:lstStyle/>
        <a:p>
          <a:endParaRPr lang="en-US"/>
        </a:p>
      </dgm:t>
    </dgm:pt>
    <dgm:pt modelId="{299EB559-4EBD-4EF7-A3C7-934782ACBCD9}">
      <dgm:prSet/>
      <dgm:spPr/>
      <dgm:t>
        <a:bodyPr/>
        <a:lstStyle/>
        <a:p>
          <a:r>
            <a:rPr lang="en-US"/>
            <a:t>Fail-fast approach with quality gates</a:t>
          </a:r>
        </a:p>
      </dgm:t>
    </dgm:pt>
    <dgm:pt modelId="{E874861F-C531-42A1-A98F-5AC71805EB7B}" type="parTrans" cxnId="{15D47867-604E-47C8-A6DB-F387DE6A8923}">
      <dgm:prSet/>
      <dgm:spPr/>
      <dgm:t>
        <a:bodyPr/>
        <a:lstStyle/>
        <a:p>
          <a:endParaRPr lang="en-US"/>
        </a:p>
      </dgm:t>
    </dgm:pt>
    <dgm:pt modelId="{D48013A5-AC74-43ED-9E02-4D6450A9D776}" type="sibTrans" cxnId="{15D47867-604E-47C8-A6DB-F387DE6A8923}">
      <dgm:prSet/>
      <dgm:spPr/>
      <dgm:t>
        <a:bodyPr/>
        <a:lstStyle/>
        <a:p>
          <a:endParaRPr lang="en-US"/>
        </a:p>
      </dgm:t>
    </dgm:pt>
    <dgm:pt modelId="{D048E98B-CC3C-4B13-A8CE-7048C66A5D70}" type="pres">
      <dgm:prSet presAssocID="{66D99C30-E8C8-4FB0-9AA2-C20CF313AFE3}" presName="diagram" presStyleCnt="0">
        <dgm:presLayoutVars>
          <dgm:dir/>
          <dgm:resizeHandles val="exact"/>
        </dgm:presLayoutVars>
      </dgm:prSet>
      <dgm:spPr/>
    </dgm:pt>
    <dgm:pt modelId="{FD539450-14E3-4253-A633-13EA1E15E208}" type="pres">
      <dgm:prSet presAssocID="{EFE11700-6A98-4E3F-9E71-A10021A71727}" presName="node" presStyleLbl="node1" presStyleIdx="0" presStyleCnt="10">
        <dgm:presLayoutVars>
          <dgm:bulletEnabled val="1"/>
        </dgm:presLayoutVars>
      </dgm:prSet>
      <dgm:spPr/>
    </dgm:pt>
    <dgm:pt modelId="{8F51E90C-16CF-4BA5-A4E4-9308817100ED}" type="pres">
      <dgm:prSet presAssocID="{73E3E5A1-3DFB-4697-8874-AB43D3D1EEBA}" presName="sibTrans" presStyleCnt="0"/>
      <dgm:spPr/>
    </dgm:pt>
    <dgm:pt modelId="{BCECE27A-4A7B-4D96-BED8-63ADDF9FB958}" type="pres">
      <dgm:prSet presAssocID="{2E969C03-9410-45C5-892C-1704CE296CD4}" presName="node" presStyleLbl="node1" presStyleIdx="1" presStyleCnt="10">
        <dgm:presLayoutVars>
          <dgm:bulletEnabled val="1"/>
        </dgm:presLayoutVars>
      </dgm:prSet>
      <dgm:spPr/>
    </dgm:pt>
    <dgm:pt modelId="{CC6D77C1-555F-4DAB-BD9F-0020C2CCAEB2}" type="pres">
      <dgm:prSet presAssocID="{7BCAAE82-5CAB-4E67-91C2-E4777E2B08F7}" presName="sibTrans" presStyleCnt="0"/>
      <dgm:spPr/>
    </dgm:pt>
    <dgm:pt modelId="{50EBB93E-23BA-4079-A7E7-FB218A29B707}" type="pres">
      <dgm:prSet presAssocID="{7B4A1CF2-2B1E-4989-BDDC-FA9428BB0FD1}" presName="node" presStyleLbl="node1" presStyleIdx="2" presStyleCnt="10">
        <dgm:presLayoutVars>
          <dgm:bulletEnabled val="1"/>
        </dgm:presLayoutVars>
      </dgm:prSet>
      <dgm:spPr/>
    </dgm:pt>
    <dgm:pt modelId="{E00D55AF-202F-4D56-B43A-CB6BBC4D9B40}" type="pres">
      <dgm:prSet presAssocID="{C5BACE3B-39E1-42C4-8BF0-8FFCF451C9B6}" presName="sibTrans" presStyleCnt="0"/>
      <dgm:spPr/>
    </dgm:pt>
    <dgm:pt modelId="{F4F85CB2-FC5D-4AC0-B1EC-FCC8302E6D75}" type="pres">
      <dgm:prSet presAssocID="{23EFA327-4882-4356-AC27-57F76DD20F21}" presName="node" presStyleLbl="node1" presStyleIdx="3" presStyleCnt="10">
        <dgm:presLayoutVars>
          <dgm:bulletEnabled val="1"/>
        </dgm:presLayoutVars>
      </dgm:prSet>
      <dgm:spPr/>
    </dgm:pt>
    <dgm:pt modelId="{E074F9AC-EDEB-4DE1-A684-166A8D9CCB7F}" type="pres">
      <dgm:prSet presAssocID="{B186B6C1-5B1A-487B-A9AB-93AA43A57E1D}" presName="sibTrans" presStyleCnt="0"/>
      <dgm:spPr/>
    </dgm:pt>
    <dgm:pt modelId="{2A17A925-86EE-4FC3-ACCB-FC855743DF49}" type="pres">
      <dgm:prSet presAssocID="{7B559408-D7FC-40F5-A024-B413DE6E1A7C}" presName="node" presStyleLbl="node1" presStyleIdx="4" presStyleCnt="10">
        <dgm:presLayoutVars>
          <dgm:bulletEnabled val="1"/>
        </dgm:presLayoutVars>
      </dgm:prSet>
      <dgm:spPr/>
    </dgm:pt>
    <dgm:pt modelId="{05DA576D-AA06-42FD-810C-1AFB1A64B5CF}" type="pres">
      <dgm:prSet presAssocID="{8D8F6FD8-A593-4095-9AE9-33EA89707B82}" presName="sibTrans" presStyleCnt="0"/>
      <dgm:spPr/>
    </dgm:pt>
    <dgm:pt modelId="{A273E57B-A806-41E4-9F29-C02EF860AA39}" type="pres">
      <dgm:prSet presAssocID="{E4DC1774-FAB0-4604-B478-6D04995BD503}" presName="node" presStyleLbl="node1" presStyleIdx="5" presStyleCnt="10">
        <dgm:presLayoutVars>
          <dgm:bulletEnabled val="1"/>
        </dgm:presLayoutVars>
      </dgm:prSet>
      <dgm:spPr/>
    </dgm:pt>
    <dgm:pt modelId="{0449BC6D-E0CD-4AED-9CCD-4D5E9E476F2C}" type="pres">
      <dgm:prSet presAssocID="{2E5FFF09-7565-406E-A378-7DC01F8C3B58}" presName="sibTrans" presStyleCnt="0"/>
      <dgm:spPr/>
    </dgm:pt>
    <dgm:pt modelId="{DE4AFE7D-B50C-4CE6-A55D-BE24EBBA82C5}" type="pres">
      <dgm:prSet presAssocID="{BDAD22B4-A409-45DF-A7C3-D94D77F8149E}" presName="node" presStyleLbl="node1" presStyleIdx="6" presStyleCnt="10">
        <dgm:presLayoutVars>
          <dgm:bulletEnabled val="1"/>
        </dgm:presLayoutVars>
      </dgm:prSet>
      <dgm:spPr/>
    </dgm:pt>
    <dgm:pt modelId="{14A344BD-7490-41B9-8365-E5ADC2C852DF}" type="pres">
      <dgm:prSet presAssocID="{04ECCBAA-0652-4163-872B-45C4C9E25526}" presName="sibTrans" presStyleCnt="0"/>
      <dgm:spPr/>
    </dgm:pt>
    <dgm:pt modelId="{E5FFCC81-328C-4738-BC07-FB5D97832DF5}" type="pres">
      <dgm:prSet presAssocID="{42B27FA8-9630-4910-B1C8-0A0FCDBB9485}" presName="node" presStyleLbl="node1" presStyleIdx="7" presStyleCnt="10">
        <dgm:presLayoutVars>
          <dgm:bulletEnabled val="1"/>
        </dgm:presLayoutVars>
      </dgm:prSet>
      <dgm:spPr/>
    </dgm:pt>
    <dgm:pt modelId="{025A13BB-AA9A-42A1-A625-82EB98E24550}" type="pres">
      <dgm:prSet presAssocID="{24872AB6-592F-4F0C-85EE-B270FD2E6217}" presName="sibTrans" presStyleCnt="0"/>
      <dgm:spPr/>
    </dgm:pt>
    <dgm:pt modelId="{FDADB8EA-6919-4F0D-864F-6E01ED25365D}" type="pres">
      <dgm:prSet presAssocID="{A17C2D75-F9C4-4E14-B78A-D4270133FD4E}" presName="node" presStyleLbl="node1" presStyleIdx="8" presStyleCnt="10">
        <dgm:presLayoutVars>
          <dgm:bulletEnabled val="1"/>
        </dgm:presLayoutVars>
      </dgm:prSet>
      <dgm:spPr/>
    </dgm:pt>
    <dgm:pt modelId="{4AFA2427-6008-4314-9BB4-490A8145949C}" type="pres">
      <dgm:prSet presAssocID="{4D22FB6E-9E01-4081-B654-E6AF32784CD1}" presName="sibTrans" presStyleCnt="0"/>
      <dgm:spPr/>
    </dgm:pt>
    <dgm:pt modelId="{4E37850B-A909-4C2E-AD1E-3801B969857C}" type="pres">
      <dgm:prSet presAssocID="{299EB559-4EBD-4EF7-A3C7-934782ACBCD9}" presName="node" presStyleLbl="node1" presStyleIdx="9" presStyleCnt="10">
        <dgm:presLayoutVars>
          <dgm:bulletEnabled val="1"/>
        </dgm:presLayoutVars>
      </dgm:prSet>
      <dgm:spPr/>
    </dgm:pt>
  </dgm:ptLst>
  <dgm:cxnLst>
    <dgm:cxn modelId="{FF5F1105-ED7C-4277-8B13-9DE7C1BA5631}" srcId="{66D99C30-E8C8-4FB0-9AA2-C20CF313AFE3}" destId="{42B27FA8-9630-4910-B1C8-0A0FCDBB9485}" srcOrd="7" destOrd="0" parTransId="{2348F9A3-CFFB-40D3-A4D0-C12B68C62F85}" sibTransId="{24872AB6-592F-4F0C-85EE-B270FD2E6217}"/>
    <dgm:cxn modelId="{40313A1A-8ECA-4C93-A394-D97D210FE364}" type="presOf" srcId="{BDAD22B4-A409-45DF-A7C3-D94D77F8149E}" destId="{DE4AFE7D-B50C-4CE6-A55D-BE24EBBA82C5}" srcOrd="0" destOrd="0" presId="urn:microsoft.com/office/officeart/2005/8/layout/default"/>
    <dgm:cxn modelId="{0A128728-9631-405C-964B-BDBCFCF9D12D}" srcId="{66D99C30-E8C8-4FB0-9AA2-C20CF313AFE3}" destId="{E4DC1774-FAB0-4604-B478-6D04995BD503}" srcOrd="5" destOrd="0" parTransId="{BA9C9898-2039-4837-825D-BC6DE0575556}" sibTransId="{2E5FFF09-7565-406E-A378-7DC01F8C3B58}"/>
    <dgm:cxn modelId="{B884BF2C-520F-4653-A6A7-FE8129554136}" srcId="{66D99C30-E8C8-4FB0-9AA2-C20CF313AFE3}" destId="{2E969C03-9410-45C5-892C-1704CE296CD4}" srcOrd="1" destOrd="0" parTransId="{F69AF249-9065-45B9-8C3E-8FD2A147D1D4}" sibTransId="{7BCAAE82-5CAB-4E67-91C2-E4777E2B08F7}"/>
    <dgm:cxn modelId="{DB9CA62E-A7D7-42A0-AAC9-5FF18B5242F9}" type="presOf" srcId="{7B559408-D7FC-40F5-A024-B413DE6E1A7C}" destId="{2A17A925-86EE-4FC3-ACCB-FC855743DF49}" srcOrd="0" destOrd="0" presId="urn:microsoft.com/office/officeart/2005/8/layout/default"/>
    <dgm:cxn modelId="{E5E32A2F-7D3B-4DC4-B576-4F7599244EE1}" type="presOf" srcId="{7B4A1CF2-2B1E-4989-BDDC-FA9428BB0FD1}" destId="{50EBB93E-23BA-4079-A7E7-FB218A29B707}" srcOrd="0" destOrd="0" presId="urn:microsoft.com/office/officeart/2005/8/layout/default"/>
    <dgm:cxn modelId="{C6C1893E-1FDA-4CD0-9B72-199D2B15FD67}" type="presOf" srcId="{EFE11700-6A98-4E3F-9E71-A10021A71727}" destId="{FD539450-14E3-4253-A633-13EA1E15E208}" srcOrd="0" destOrd="0" presId="urn:microsoft.com/office/officeart/2005/8/layout/default"/>
    <dgm:cxn modelId="{15D47867-604E-47C8-A6DB-F387DE6A8923}" srcId="{66D99C30-E8C8-4FB0-9AA2-C20CF313AFE3}" destId="{299EB559-4EBD-4EF7-A3C7-934782ACBCD9}" srcOrd="9" destOrd="0" parTransId="{E874861F-C531-42A1-A98F-5AC71805EB7B}" sibTransId="{D48013A5-AC74-43ED-9E02-4D6450A9D776}"/>
    <dgm:cxn modelId="{316E686A-3B6E-4EA0-8158-6E990BD701B9}" srcId="{66D99C30-E8C8-4FB0-9AA2-C20CF313AFE3}" destId="{A17C2D75-F9C4-4E14-B78A-D4270133FD4E}" srcOrd="8" destOrd="0" parTransId="{049D4343-E46D-464E-98C1-B6078B50F6DA}" sibTransId="{4D22FB6E-9E01-4081-B654-E6AF32784CD1}"/>
    <dgm:cxn modelId="{1B62E16D-CD92-44FA-BE4B-8E0782E92BFA}" type="presOf" srcId="{42B27FA8-9630-4910-B1C8-0A0FCDBB9485}" destId="{E5FFCC81-328C-4738-BC07-FB5D97832DF5}" srcOrd="0" destOrd="0" presId="urn:microsoft.com/office/officeart/2005/8/layout/default"/>
    <dgm:cxn modelId="{FDA7056E-0765-43E5-B96A-811B7212CE00}" srcId="{66D99C30-E8C8-4FB0-9AA2-C20CF313AFE3}" destId="{7B559408-D7FC-40F5-A024-B413DE6E1A7C}" srcOrd="4" destOrd="0" parTransId="{EA8DBB74-3196-4E61-AE60-2DDF3288A49F}" sibTransId="{8D8F6FD8-A593-4095-9AE9-33EA89707B82}"/>
    <dgm:cxn modelId="{C7A7A389-AAB4-4E11-96D1-A220EE1E4754}" srcId="{66D99C30-E8C8-4FB0-9AA2-C20CF313AFE3}" destId="{EFE11700-6A98-4E3F-9E71-A10021A71727}" srcOrd="0" destOrd="0" parTransId="{97A425DA-4E81-45A0-A832-412160B1AA14}" sibTransId="{73E3E5A1-3DFB-4697-8874-AB43D3D1EEBA}"/>
    <dgm:cxn modelId="{CEB33394-D575-41E7-A609-49951B7ACD2F}" type="presOf" srcId="{66D99C30-E8C8-4FB0-9AA2-C20CF313AFE3}" destId="{D048E98B-CC3C-4B13-A8CE-7048C66A5D70}" srcOrd="0" destOrd="0" presId="urn:microsoft.com/office/officeart/2005/8/layout/default"/>
    <dgm:cxn modelId="{0B784A9B-4E13-465E-B351-E98B79039FEC}" srcId="{66D99C30-E8C8-4FB0-9AA2-C20CF313AFE3}" destId="{BDAD22B4-A409-45DF-A7C3-D94D77F8149E}" srcOrd="6" destOrd="0" parTransId="{EB7EF813-A2CF-4A59-BBDF-FA99D0FA5E59}" sibTransId="{04ECCBAA-0652-4163-872B-45C4C9E25526}"/>
    <dgm:cxn modelId="{7053CDA3-FED4-4358-84E5-83B0F719DAF2}" type="presOf" srcId="{E4DC1774-FAB0-4604-B478-6D04995BD503}" destId="{A273E57B-A806-41E4-9F29-C02EF860AA39}" srcOrd="0" destOrd="0" presId="urn:microsoft.com/office/officeart/2005/8/layout/default"/>
    <dgm:cxn modelId="{7989E4AC-CA59-4449-9A10-8D09B6AFBB91}" type="presOf" srcId="{23EFA327-4882-4356-AC27-57F76DD20F21}" destId="{F4F85CB2-FC5D-4AC0-B1EC-FCC8302E6D75}" srcOrd="0" destOrd="0" presId="urn:microsoft.com/office/officeart/2005/8/layout/default"/>
    <dgm:cxn modelId="{14AE1BAD-B30F-47AF-977E-43652F5152BE}" type="presOf" srcId="{299EB559-4EBD-4EF7-A3C7-934782ACBCD9}" destId="{4E37850B-A909-4C2E-AD1E-3801B969857C}" srcOrd="0" destOrd="0" presId="urn:microsoft.com/office/officeart/2005/8/layout/default"/>
    <dgm:cxn modelId="{5B0FC7BB-86D9-48D0-BB2B-57384791A8C0}" srcId="{66D99C30-E8C8-4FB0-9AA2-C20CF313AFE3}" destId="{23EFA327-4882-4356-AC27-57F76DD20F21}" srcOrd="3" destOrd="0" parTransId="{97B3E18B-B8A5-423F-A7F2-03FFFFC86651}" sibTransId="{B186B6C1-5B1A-487B-A9AB-93AA43A57E1D}"/>
    <dgm:cxn modelId="{7C507AC1-5893-43AA-B8F6-3A1A73A4F421}" type="presOf" srcId="{2E969C03-9410-45C5-892C-1704CE296CD4}" destId="{BCECE27A-4A7B-4D96-BED8-63ADDF9FB958}" srcOrd="0" destOrd="0" presId="urn:microsoft.com/office/officeart/2005/8/layout/default"/>
    <dgm:cxn modelId="{CE8C07C2-6457-47EB-BE21-006444A47F0F}" type="presOf" srcId="{A17C2D75-F9C4-4E14-B78A-D4270133FD4E}" destId="{FDADB8EA-6919-4F0D-864F-6E01ED25365D}" srcOrd="0" destOrd="0" presId="urn:microsoft.com/office/officeart/2005/8/layout/default"/>
    <dgm:cxn modelId="{C86F81D0-14B5-4EC1-936B-87EEECB06CF0}" srcId="{66D99C30-E8C8-4FB0-9AA2-C20CF313AFE3}" destId="{7B4A1CF2-2B1E-4989-BDDC-FA9428BB0FD1}" srcOrd="2" destOrd="0" parTransId="{4A64611A-CF2F-4D26-9E8D-C3840F6EFE87}" sibTransId="{C5BACE3B-39E1-42C4-8BF0-8FFCF451C9B6}"/>
    <dgm:cxn modelId="{4CBF320A-6369-46B8-8907-A1A88EC45C55}" type="presParOf" srcId="{D048E98B-CC3C-4B13-A8CE-7048C66A5D70}" destId="{FD539450-14E3-4253-A633-13EA1E15E208}" srcOrd="0" destOrd="0" presId="urn:microsoft.com/office/officeart/2005/8/layout/default"/>
    <dgm:cxn modelId="{AE5035C3-5A37-408E-8A1C-21536AF859B2}" type="presParOf" srcId="{D048E98B-CC3C-4B13-A8CE-7048C66A5D70}" destId="{8F51E90C-16CF-4BA5-A4E4-9308817100ED}" srcOrd="1" destOrd="0" presId="urn:microsoft.com/office/officeart/2005/8/layout/default"/>
    <dgm:cxn modelId="{9E10C2E3-425A-460F-B07D-0565AB21FD0F}" type="presParOf" srcId="{D048E98B-CC3C-4B13-A8CE-7048C66A5D70}" destId="{BCECE27A-4A7B-4D96-BED8-63ADDF9FB958}" srcOrd="2" destOrd="0" presId="urn:microsoft.com/office/officeart/2005/8/layout/default"/>
    <dgm:cxn modelId="{C21BA475-56CB-4343-9A96-8BBAE58B1756}" type="presParOf" srcId="{D048E98B-CC3C-4B13-A8CE-7048C66A5D70}" destId="{CC6D77C1-555F-4DAB-BD9F-0020C2CCAEB2}" srcOrd="3" destOrd="0" presId="urn:microsoft.com/office/officeart/2005/8/layout/default"/>
    <dgm:cxn modelId="{10191CAD-9938-46AF-A4A7-183129E04081}" type="presParOf" srcId="{D048E98B-CC3C-4B13-A8CE-7048C66A5D70}" destId="{50EBB93E-23BA-4079-A7E7-FB218A29B707}" srcOrd="4" destOrd="0" presId="urn:microsoft.com/office/officeart/2005/8/layout/default"/>
    <dgm:cxn modelId="{2D7CA581-ABC9-451C-B3A9-9C54794A3F37}" type="presParOf" srcId="{D048E98B-CC3C-4B13-A8CE-7048C66A5D70}" destId="{E00D55AF-202F-4D56-B43A-CB6BBC4D9B40}" srcOrd="5" destOrd="0" presId="urn:microsoft.com/office/officeart/2005/8/layout/default"/>
    <dgm:cxn modelId="{16D9D02B-4128-4C6D-91A3-720E3C97B845}" type="presParOf" srcId="{D048E98B-CC3C-4B13-A8CE-7048C66A5D70}" destId="{F4F85CB2-FC5D-4AC0-B1EC-FCC8302E6D75}" srcOrd="6" destOrd="0" presId="urn:microsoft.com/office/officeart/2005/8/layout/default"/>
    <dgm:cxn modelId="{93E2E65F-B08D-44DB-A9D7-EBD8F1240F6B}" type="presParOf" srcId="{D048E98B-CC3C-4B13-A8CE-7048C66A5D70}" destId="{E074F9AC-EDEB-4DE1-A684-166A8D9CCB7F}" srcOrd="7" destOrd="0" presId="urn:microsoft.com/office/officeart/2005/8/layout/default"/>
    <dgm:cxn modelId="{4407DD4A-FED1-4CAF-A983-8AF2F1B85A93}" type="presParOf" srcId="{D048E98B-CC3C-4B13-A8CE-7048C66A5D70}" destId="{2A17A925-86EE-4FC3-ACCB-FC855743DF49}" srcOrd="8" destOrd="0" presId="urn:microsoft.com/office/officeart/2005/8/layout/default"/>
    <dgm:cxn modelId="{2B61FE24-6BBB-42D8-A684-6A9E3A59C501}" type="presParOf" srcId="{D048E98B-CC3C-4B13-A8CE-7048C66A5D70}" destId="{05DA576D-AA06-42FD-810C-1AFB1A64B5CF}" srcOrd="9" destOrd="0" presId="urn:microsoft.com/office/officeart/2005/8/layout/default"/>
    <dgm:cxn modelId="{185141AD-7BF3-4E57-8C8B-56B421628E40}" type="presParOf" srcId="{D048E98B-CC3C-4B13-A8CE-7048C66A5D70}" destId="{A273E57B-A806-41E4-9F29-C02EF860AA39}" srcOrd="10" destOrd="0" presId="urn:microsoft.com/office/officeart/2005/8/layout/default"/>
    <dgm:cxn modelId="{9A409E42-F5BF-4FB9-8112-58418EAA4082}" type="presParOf" srcId="{D048E98B-CC3C-4B13-A8CE-7048C66A5D70}" destId="{0449BC6D-E0CD-4AED-9CCD-4D5E9E476F2C}" srcOrd="11" destOrd="0" presId="urn:microsoft.com/office/officeart/2005/8/layout/default"/>
    <dgm:cxn modelId="{222EF8CA-80EB-4CEC-86A4-C6F564458D0B}" type="presParOf" srcId="{D048E98B-CC3C-4B13-A8CE-7048C66A5D70}" destId="{DE4AFE7D-B50C-4CE6-A55D-BE24EBBA82C5}" srcOrd="12" destOrd="0" presId="urn:microsoft.com/office/officeart/2005/8/layout/default"/>
    <dgm:cxn modelId="{C9D27291-4353-4D40-AB10-FFF7F1177A12}" type="presParOf" srcId="{D048E98B-CC3C-4B13-A8CE-7048C66A5D70}" destId="{14A344BD-7490-41B9-8365-E5ADC2C852DF}" srcOrd="13" destOrd="0" presId="urn:microsoft.com/office/officeart/2005/8/layout/default"/>
    <dgm:cxn modelId="{D0B09461-938F-4499-B131-C0AE350B18E2}" type="presParOf" srcId="{D048E98B-CC3C-4B13-A8CE-7048C66A5D70}" destId="{E5FFCC81-328C-4738-BC07-FB5D97832DF5}" srcOrd="14" destOrd="0" presId="urn:microsoft.com/office/officeart/2005/8/layout/default"/>
    <dgm:cxn modelId="{E8B28F56-0A17-4F94-A69C-0780E01A165C}" type="presParOf" srcId="{D048E98B-CC3C-4B13-A8CE-7048C66A5D70}" destId="{025A13BB-AA9A-42A1-A625-82EB98E24550}" srcOrd="15" destOrd="0" presId="urn:microsoft.com/office/officeart/2005/8/layout/default"/>
    <dgm:cxn modelId="{6313DF96-1DBA-4913-932B-36DDC287725F}" type="presParOf" srcId="{D048E98B-CC3C-4B13-A8CE-7048C66A5D70}" destId="{FDADB8EA-6919-4F0D-864F-6E01ED25365D}" srcOrd="16" destOrd="0" presId="urn:microsoft.com/office/officeart/2005/8/layout/default"/>
    <dgm:cxn modelId="{080EADEE-D136-407C-A74C-17B96F21D774}" type="presParOf" srcId="{D048E98B-CC3C-4B13-A8CE-7048C66A5D70}" destId="{4AFA2427-6008-4314-9BB4-490A8145949C}" srcOrd="17" destOrd="0" presId="urn:microsoft.com/office/officeart/2005/8/layout/default"/>
    <dgm:cxn modelId="{0A7A55E6-CAAC-426B-8325-7CF86FC32FF0}" type="presParOf" srcId="{D048E98B-CC3C-4B13-A8CE-7048C66A5D70}" destId="{4E37850B-A909-4C2E-AD1E-3801B969857C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581569-F78A-4691-BAEE-6232636FED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D1C4FA-D37D-4613-BD93-9EB641A5D824}">
      <dgm:prSet/>
      <dgm:spPr/>
      <dgm:t>
        <a:bodyPr/>
        <a:lstStyle/>
        <a:p>
          <a:r>
            <a:rPr lang="en-US"/>
            <a:t>API Endpoint Testing with Supertest</a:t>
          </a:r>
        </a:p>
      </dgm:t>
    </dgm:pt>
    <dgm:pt modelId="{DF0C87EB-8367-4815-B725-4E6D9697994D}" type="parTrans" cxnId="{9019CD1C-D630-4CAD-AD6A-D52D71112C06}">
      <dgm:prSet/>
      <dgm:spPr/>
      <dgm:t>
        <a:bodyPr/>
        <a:lstStyle/>
        <a:p>
          <a:endParaRPr lang="en-US"/>
        </a:p>
      </dgm:t>
    </dgm:pt>
    <dgm:pt modelId="{B8ACA2F9-1D9E-4163-8F68-E23DC7576032}" type="sibTrans" cxnId="{9019CD1C-D630-4CAD-AD6A-D52D71112C06}">
      <dgm:prSet/>
      <dgm:spPr/>
      <dgm:t>
        <a:bodyPr/>
        <a:lstStyle/>
        <a:p>
          <a:endParaRPr lang="en-US"/>
        </a:p>
      </dgm:t>
    </dgm:pt>
    <dgm:pt modelId="{E4DBADD7-9756-41E7-BA70-CDF8E7D83285}">
      <dgm:prSet/>
      <dgm:spPr/>
      <dgm:t>
        <a:bodyPr/>
        <a:lstStyle/>
        <a:p>
          <a:r>
            <a:rPr lang="en-US"/>
            <a:t>Database Integration:</a:t>
          </a:r>
        </a:p>
      </dgm:t>
    </dgm:pt>
    <dgm:pt modelId="{63754695-55ED-45B4-A486-ED7449C18665}" type="parTrans" cxnId="{5E0B5CB4-970F-46F5-A844-DBD04E026FAF}">
      <dgm:prSet/>
      <dgm:spPr/>
      <dgm:t>
        <a:bodyPr/>
        <a:lstStyle/>
        <a:p>
          <a:endParaRPr lang="en-US"/>
        </a:p>
      </dgm:t>
    </dgm:pt>
    <dgm:pt modelId="{192433A9-F70F-470E-BDCC-5C777CCBFD56}" type="sibTrans" cxnId="{5E0B5CB4-970F-46F5-A844-DBD04E026FAF}">
      <dgm:prSet/>
      <dgm:spPr/>
      <dgm:t>
        <a:bodyPr/>
        <a:lstStyle/>
        <a:p>
          <a:endParaRPr lang="en-US"/>
        </a:p>
      </dgm:t>
    </dgm:pt>
    <dgm:pt modelId="{5771F79F-47C8-4B3F-AF08-70C412380A55}">
      <dgm:prSet/>
      <dgm:spPr/>
      <dgm:t>
        <a:bodyPr/>
        <a:lstStyle/>
        <a:p>
          <a:r>
            <a:rPr lang="en-US"/>
            <a:t>• MongoDB memory server for isolation</a:t>
          </a:r>
        </a:p>
      </dgm:t>
    </dgm:pt>
    <dgm:pt modelId="{A388BE5E-C30C-4D61-9BCA-F89F871EE0F8}" type="parTrans" cxnId="{E85AB9FE-AAFD-4CB3-B9F8-ECA8BC5638C4}">
      <dgm:prSet/>
      <dgm:spPr/>
      <dgm:t>
        <a:bodyPr/>
        <a:lstStyle/>
        <a:p>
          <a:endParaRPr lang="en-US"/>
        </a:p>
      </dgm:t>
    </dgm:pt>
    <dgm:pt modelId="{CDE56A43-4433-4D47-B9B1-778FAB878BDC}" type="sibTrans" cxnId="{E85AB9FE-AAFD-4CB3-B9F8-ECA8BC5638C4}">
      <dgm:prSet/>
      <dgm:spPr/>
      <dgm:t>
        <a:bodyPr/>
        <a:lstStyle/>
        <a:p>
          <a:endParaRPr lang="en-US"/>
        </a:p>
      </dgm:t>
    </dgm:pt>
    <dgm:pt modelId="{4D9CA7AB-C381-4520-83B6-E3F7D742E7C0}">
      <dgm:prSet/>
      <dgm:spPr/>
      <dgm:t>
        <a:bodyPr/>
        <a:lstStyle/>
        <a:p>
          <a:r>
            <a:rPr lang="en-US"/>
            <a:t>• Test data seeding before each test</a:t>
          </a:r>
        </a:p>
      </dgm:t>
    </dgm:pt>
    <dgm:pt modelId="{915EA674-C00B-4063-AAD1-A2144984F7CF}" type="parTrans" cxnId="{A1AEAE14-1A43-4A89-A5C1-E81A3ECC684E}">
      <dgm:prSet/>
      <dgm:spPr/>
      <dgm:t>
        <a:bodyPr/>
        <a:lstStyle/>
        <a:p>
          <a:endParaRPr lang="en-US"/>
        </a:p>
      </dgm:t>
    </dgm:pt>
    <dgm:pt modelId="{6B618DE5-8F89-4501-8E3D-94D56D3DC77D}" type="sibTrans" cxnId="{A1AEAE14-1A43-4A89-A5C1-E81A3ECC684E}">
      <dgm:prSet/>
      <dgm:spPr/>
      <dgm:t>
        <a:bodyPr/>
        <a:lstStyle/>
        <a:p>
          <a:endParaRPr lang="en-US"/>
        </a:p>
      </dgm:t>
    </dgm:pt>
    <dgm:pt modelId="{770D71BE-33F7-4947-880C-820B602D078B}">
      <dgm:prSet/>
      <dgm:spPr/>
      <dgm:t>
        <a:bodyPr/>
        <a:lstStyle/>
        <a:p>
          <a:r>
            <a:rPr lang="en-US"/>
            <a:t>• Automatic cleanup after tests</a:t>
          </a:r>
        </a:p>
      </dgm:t>
    </dgm:pt>
    <dgm:pt modelId="{356AB995-176B-4B92-B732-A43B0F413933}" type="parTrans" cxnId="{6CBC1F1D-B7A7-4D38-A23F-3F4B796480DB}">
      <dgm:prSet/>
      <dgm:spPr/>
      <dgm:t>
        <a:bodyPr/>
        <a:lstStyle/>
        <a:p>
          <a:endParaRPr lang="en-US"/>
        </a:p>
      </dgm:t>
    </dgm:pt>
    <dgm:pt modelId="{4BF95FDC-EAF3-442C-88C2-BE93C1A5EC6F}" type="sibTrans" cxnId="{6CBC1F1D-B7A7-4D38-A23F-3F4B796480DB}">
      <dgm:prSet/>
      <dgm:spPr/>
      <dgm:t>
        <a:bodyPr/>
        <a:lstStyle/>
        <a:p>
          <a:endParaRPr lang="en-US"/>
        </a:p>
      </dgm:t>
    </dgm:pt>
    <dgm:pt modelId="{3047C718-9872-4B75-87D5-381D8ADE076D}">
      <dgm:prSet/>
      <dgm:spPr/>
      <dgm:t>
        <a:bodyPr/>
        <a:lstStyle/>
        <a:p>
          <a:r>
            <a:rPr lang="en-US"/>
            <a:t>Middleware and Authentication testing</a:t>
          </a:r>
        </a:p>
      </dgm:t>
    </dgm:pt>
    <dgm:pt modelId="{551DA6F2-98A3-43F5-BB47-EBA51049AD6C}" type="parTrans" cxnId="{00CDD964-C800-4F15-88FB-A5391E89B632}">
      <dgm:prSet/>
      <dgm:spPr/>
      <dgm:t>
        <a:bodyPr/>
        <a:lstStyle/>
        <a:p>
          <a:endParaRPr lang="en-US"/>
        </a:p>
      </dgm:t>
    </dgm:pt>
    <dgm:pt modelId="{8BC2BF8E-8837-422A-8D34-01F970A8DD4D}" type="sibTrans" cxnId="{00CDD964-C800-4F15-88FB-A5391E89B632}">
      <dgm:prSet/>
      <dgm:spPr/>
      <dgm:t>
        <a:bodyPr/>
        <a:lstStyle/>
        <a:p>
          <a:endParaRPr lang="en-US"/>
        </a:p>
      </dgm:t>
    </dgm:pt>
    <dgm:pt modelId="{554279CB-7BF2-43E3-AF5A-C22614EC9AD3}">
      <dgm:prSet/>
      <dgm:spPr/>
      <dgm:t>
        <a:bodyPr/>
        <a:lstStyle/>
        <a:p>
          <a:r>
            <a:rPr lang="en-US"/>
            <a:t>Request/Response validation</a:t>
          </a:r>
        </a:p>
      </dgm:t>
    </dgm:pt>
    <dgm:pt modelId="{56F95953-1991-48A2-9F58-4D60A9449187}" type="parTrans" cxnId="{7F35AA67-DD0C-47AE-918A-983E9BC7F433}">
      <dgm:prSet/>
      <dgm:spPr/>
      <dgm:t>
        <a:bodyPr/>
        <a:lstStyle/>
        <a:p>
          <a:endParaRPr lang="en-US"/>
        </a:p>
      </dgm:t>
    </dgm:pt>
    <dgm:pt modelId="{B2149C24-116E-4EEB-8120-EA9B8BA7A6C0}" type="sibTrans" cxnId="{7F35AA67-DD0C-47AE-918A-983E9BC7F433}">
      <dgm:prSet/>
      <dgm:spPr/>
      <dgm:t>
        <a:bodyPr/>
        <a:lstStyle/>
        <a:p>
          <a:endParaRPr lang="en-US"/>
        </a:p>
      </dgm:t>
    </dgm:pt>
    <dgm:pt modelId="{9B3440A4-8050-463E-836B-E70293514943}">
      <dgm:prSet/>
      <dgm:spPr/>
      <dgm:t>
        <a:bodyPr/>
        <a:lstStyle/>
        <a:p>
          <a:r>
            <a:rPr lang="en-US"/>
            <a:t>Error handling verification</a:t>
          </a:r>
        </a:p>
      </dgm:t>
    </dgm:pt>
    <dgm:pt modelId="{87919D1E-B5EE-4098-A65D-5CD41C110B98}" type="parTrans" cxnId="{CC63CE86-E6F2-45CC-BDEB-CC5A89232C06}">
      <dgm:prSet/>
      <dgm:spPr/>
      <dgm:t>
        <a:bodyPr/>
        <a:lstStyle/>
        <a:p>
          <a:endParaRPr lang="en-US"/>
        </a:p>
      </dgm:t>
    </dgm:pt>
    <dgm:pt modelId="{BFCE5F9F-215F-4EF0-8C34-FF387FC2CBEC}" type="sibTrans" cxnId="{CC63CE86-E6F2-45CC-BDEB-CC5A89232C06}">
      <dgm:prSet/>
      <dgm:spPr/>
      <dgm:t>
        <a:bodyPr/>
        <a:lstStyle/>
        <a:p>
          <a:endParaRPr lang="en-US"/>
        </a:p>
      </dgm:t>
    </dgm:pt>
    <dgm:pt modelId="{0C0697F7-F374-45CA-917F-A70548AF4930}">
      <dgm:prSet/>
      <dgm:spPr/>
      <dgm:t>
        <a:bodyPr/>
        <a:lstStyle/>
        <a:p>
          <a:r>
            <a:rPr lang="en-US"/>
            <a:t>Performance and timeout testing</a:t>
          </a:r>
        </a:p>
      </dgm:t>
    </dgm:pt>
    <dgm:pt modelId="{EDFDE74B-507F-465C-B4B0-A03775FF31A5}" type="parTrans" cxnId="{CD45E5B5-5803-4E56-935F-AB509D0DD9EF}">
      <dgm:prSet/>
      <dgm:spPr/>
      <dgm:t>
        <a:bodyPr/>
        <a:lstStyle/>
        <a:p>
          <a:endParaRPr lang="en-US"/>
        </a:p>
      </dgm:t>
    </dgm:pt>
    <dgm:pt modelId="{91963972-024E-47AA-8450-5D4CF6491A07}" type="sibTrans" cxnId="{CD45E5B5-5803-4E56-935F-AB509D0DD9EF}">
      <dgm:prSet/>
      <dgm:spPr/>
      <dgm:t>
        <a:bodyPr/>
        <a:lstStyle/>
        <a:p>
          <a:endParaRPr lang="en-US"/>
        </a:p>
      </dgm:t>
    </dgm:pt>
    <dgm:pt modelId="{8F4816D0-DD63-47A4-9B3A-59101921A9D3}" type="pres">
      <dgm:prSet presAssocID="{4A581569-F78A-4691-BAEE-6232636FEDF0}" presName="linear" presStyleCnt="0">
        <dgm:presLayoutVars>
          <dgm:animLvl val="lvl"/>
          <dgm:resizeHandles val="exact"/>
        </dgm:presLayoutVars>
      </dgm:prSet>
      <dgm:spPr/>
    </dgm:pt>
    <dgm:pt modelId="{411D9CDF-DB84-40F5-8A85-776C4F61EF8A}" type="pres">
      <dgm:prSet presAssocID="{35D1C4FA-D37D-4613-BD93-9EB641A5D82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D20FC6F-4FA0-4469-8D68-5B9FAB373CFD}" type="pres">
      <dgm:prSet presAssocID="{B8ACA2F9-1D9E-4163-8F68-E23DC7576032}" presName="spacer" presStyleCnt="0"/>
      <dgm:spPr/>
    </dgm:pt>
    <dgm:pt modelId="{DC8FF4DF-2F63-4EA4-A416-529453FD8BD2}" type="pres">
      <dgm:prSet presAssocID="{E4DBADD7-9756-41E7-BA70-CDF8E7D83285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FA9F96BF-C3E1-49F4-BFD9-1F6A20E3EDEC}" type="pres">
      <dgm:prSet presAssocID="{192433A9-F70F-470E-BDCC-5C777CCBFD56}" presName="spacer" presStyleCnt="0"/>
      <dgm:spPr/>
    </dgm:pt>
    <dgm:pt modelId="{38C56996-497B-4B94-B4BF-35788A92EA96}" type="pres">
      <dgm:prSet presAssocID="{5771F79F-47C8-4B3F-AF08-70C412380A5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C9937DFB-8E72-482A-B955-B62669F37FA8}" type="pres">
      <dgm:prSet presAssocID="{CDE56A43-4433-4D47-B9B1-778FAB878BDC}" presName="spacer" presStyleCnt="0"/>
      <dgm:spPr/>
    </dgm:pt>
    <dgm:pt modelId="{551371AB-FF2D-446D-A5A0-59DFBF5FE0B5}" type="pres">
      <dgm:prSet presAssocID="{4D9CA7AB-C381-4520-83B6-E3F7D742E7C0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625DDF81-15FE-44B7-8D65-E1F2A38FCE59}" type="pres">
      <dgm:prSet presAssocID="{6B618DE5-8F89-4501-8E3D-94D56D3DC77D}" presName="spacer" presStyleCnt="0"/>
      <dgm:spPr/>
    </dgm:pt>
    <dgm:pt modelId="{DFC8B39A-2740-4C1F-A465-6CA08BE19FFC}" type="pres">
      <dgm:prSet presAssocID="{770D71BE-33F7-4947-880C-820B602D078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DE4B3AAA-B18C-45AA-A3F9-9E0DF966B1F4}" type="pres">
      <dgm:prSet presAssocID="{4BF95FDC-EAF3-442C-88C2-BE93C1A5EC6F}" presName="spacer" presStyleCnt="0"/>
      <dgm:spPr/>
    </dgm:pt>
    <dgm:pt modelId="{DDB5D967-A2AC-4B8F-8692-B7CFAAA38B9D}" type="pres">
      <dgm:prSet presAssocID="{3047C718-9872-4B75-87D5-381D8ADE076D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2653710-7ABD-4F74-B2CE-06292388E3EE}" type="pres">
      <dgm:prSet presAssocID="{8BC2BF8E-8837-422A-8D34-01F970A8DD4D}" presName="spacer" presStyleCnt="0"/>
      <dgm:spPr/>
    </dgm:pt>
    <dgm:pt modelId="{B50FAC6D-FE5A-4841-97C6-74E10E4ED74A}" type="pres">
      <dgm:prSet presAssocID="{554279CB-7BF2-43E3-AF5A-C22614EC9AD3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66FA4313-FC2E-4D1E-AF2D-45F3BAE907DE}" type="pres">
      <dgm:prSet presAssocID="{B2149C24-116E-4EEB-8120-EA9B8BA7A6C0}" presName="spacer" presStyleCnt="0"/>
      <dgm:spPr/>
    </dgm:pt>
    <dgm:pt modelId="{F9E3C443-DB11-4B90-AECE-78C996175DEE}" type="pres">
      <dgm:prSet presAssocID="{9B3440A4-8050-463E-836B-E70293514943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FCCFF5A6-2369-463E-B375-71E68184CFBA}" type="pres">
      <dgm:prSet presAssocID="{BFCE5F9F-215F-4EF0-8C34-FF387FC2CBEC}" presName="spacer" presStyleCnt="0"/>
      <dgm:spPr/>
    </dgm:pt>
    <dgm:pt modelId="{23A266F6-E218-4A8F-AA65-22AD6CAD5D81}" type="pres">
      <dgm:prSet presAssocID="{0C0697F7-F374-45CA-917F-A70548AF4930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DE6F0A08-E950-4A7F-8C5B-892BBC85CAE6}" type="presOf" srcId="{4A581569-F78A-4691-BAEE-6232636FEDF0}" destId="{8F4816D0-DD63-47A4-9B3A-59101921A9D3}" srcOrd="0" destOrd="0" presId="urn:microsoft.com/office/officeart/2005/8/layout/vList2"/>
    <dgm:cxn modelId="{A1AEAE14-1A43-4A89-A5C1-E81A3ECC684E}" srcId="{4A581569-F78A-4691-BAEE-6232636FEDF0}" destId="{4D9CA7AB-C381-4520-83B6-E3F7D742E7C0}" srcOrd="3" destOrd="0" parTransId="{915EA674-C00B-4063-AAD1-A2144984F7CF}" sibTransId="{6B618DE5-8F89-4501-8E3D-94D56D3DC77D}"/>
    <dgm:cxn modelId="{9019CD1C-D630-4CAD-AD6A-D52D71112C06}" srcId="{4A581569-F78A-4691-BAEE-6232636FEDF0}" destId="{35D1C4FA-D37D-4613-BD93-9EB641A5D824}" srcOrd="0" destOrd="0" parTransId="{DF0C87EB-8367-4815-B725-4E6D9697994D}" sibTransId="{B8ACA2F9-1D9E-4163-8F68-E23DC7576032}"/>
    <dgm:cxn modelId="{6CBC1F1D-B7A7-4D38-A23F-3F4B796480DB}" srcId="{4A581569-F78A-4691-BAEE-6232636FEDF0}" destId="{770D71BE-33F7-4947-880C-820B602D078B}" srcOrd="4" destOrd="0" parTransId="{356AB995-176B-4B92-B732-A43B0F413933}" sibTransId="{4BF95FDC-EAF3-442C-88C2-BE93C1A5EC6F}"/>
    <dgm:cxn modelId="{6A9A4540-2201-4B09-94C6-97772C7AC0CE}" type="presOf" srcId="{0C0697F7-F374-45CA-917F-A70548AF4930}" destId="{23A266F6-E218-4A8F-AA65-22AD6CAD5D81}" srcOrd="0" destOrd="0" presId="urn:microsoft.com/office/officeart/2005/8/layout/vList2"/>
    <dgm:cxn modelId="{76DB995E-0F35-4673-8BEB-72543A765A38}" type="presOf" srcId="{9B3440A4-8050-463E-836B-E70293514943}" destId="{F9E3C443-DB11-4B90-AECE-78C996175DEE}" srcOrd="0" destOrd="0" presId="urn:microsoft.com/office/officeart/2005/8/layout/vList2"/>
    <dgm:cxn modelId="{00CDD964-C800-4F15-88FB-A5391E89B632}" srcId="{4A581569-F78A-4691-BAEE-6232636FEDF0}" destId="{3047C718-9872-4B75-87D5-381D8ADE076D}" srcOrd="5" destOrd="0" parTransId="{551DA6F2-98A3-43F5-BB47-EBA51049AD6C}" sibTransId="{8BC2BF8E-8837-422A-8D34-01F970A8DD4D}"/>
    <dgm:cxn modelId="{20320365-634E-416C-8639-61E19B03CB56}" type="presOf" srcId="{E4DBADD7-9756-41E7-BA70-CDF8E7D83285}" destId="{DC8FF4DF-2F63-4EA4-A416-529453FD8BD2}" srcOrd="0" destOrd="0" presId="urn:microsoft.com/office/officeart/2005/8/layout/vList2"/>
    <dgm:cxn modelId="{57A6A145-B153-40A6-81BB-7516F1ECDE78}" type="presOf" srcId="{3047C718-9872-4B75-87D5-381D8ADE076D}" destId="{DDB5D967-A2AC-4B8F-8692-B7CFAAA38B9D}" srcOrd="0" destOrd="0" presId="urn:microsoft.com/office/officeart/2005/8/layout/vList2"/>
    <dgm:cxn modelId="{7F35AA67-DD0C-47AE-918A-983E9BC7F433}" srcId="{4A581569-F78A-4691-BAEE-6232636FEDF0}" destId="{554279CB-7BF2-43E3-AF5A-C22614EC9AD3}" srcOrd="6" destOrd="0" parTransId="{56F95953-1991-48A2-9F58-4D60A9449187}" sibTransId="{B2149C24-116E-4EEB-8120-EA9B8BA7A6C0}"/>
    <dgm:cxn modelId="{4145A652-6974-4EBB-9AC1-F0EC202AE163}" type="presOf" srcId="{554279CB-7BF2-43E3-AF5A-C22614EC9AD3}" destId="{B50FAC6D-FE5A-4841-97C6-74E10E4ED74A}" srcOrd="0" destOrd="0" presId="urn:microsoft.com/office/officeart/2005/8/layout/vList2"/>
    <dgm:cxn modelId="{93886D86-9B58-4B1B-81F4-3F87F6401E9D}" type="presOf" srcId="{4D9CA7AB-C381-4520-83B6-E3F7D742E7C0}" destId="{551371AB-FF2D-446D-A5A0-59DFBF5FE0B5}" srcOrd="0" destOrd="0" presId="urn:microsoft.com/office/officeart/2005/8/layout/vList2"/>
    <dgm:cxn modelId="{CC63CE86-E6F2-45CC-BDEB-CC5A89232C06}" srcId="{4A581569-F78A-4691-BAEE-6232636FEDF0}" destId="{9B3440A4-8050-463E-836B-E70293514943}" srcOrd="7" destOrd="0" parTransId="{87919D1E-B5EE-4098-A65D-5CD41C110B98}" sibTransId="{BFCE5F9F-215F-4EF0-8C34-FF387FC2CBEC}"/>
    <dgm:cxn modelId="{AD0E6D9A-915E-46CA-8E24-2137BF247B8F}" type="presOf" srcId="{35D1C4FA-D37D-4613-BD93-9EB641A5D824}" destId="{411D9CDF-DB84-40F5-8A85-776C4F61EF8A}" srcOrd="0" destOrd="0" presId="urn:microsoft.com/office/officeart/2005/8/layout/vList2"/>
    <dgm:cxn modelId="{5E0B5CB4-970F-46F5-A844-DBD04E026FAF}" srcId="{4A581569-F78A-4691-BAEE-6232636FEDF0}" destId="{E4DBADD7-9756-41E7-BA70-CDF8E7D83285}" srcOrd="1" destOrd="0" parTransId="{63754695-55ED-45B4-A486-ED7449C18665}" sibTransId="{192433A9-F70F-470E-BDCC-5C777CCBFD56}"/>
    <dgm:cxn modelId="{CD45E5B5-5803-4E56-935F-AB509D0DD9EF}" srcId="{4A581569-F78A-4691-BAEE-6232636FEDF0}" destId="{0C0697F7-F374-45CA-917F-A70548AF4930}" srcOrd="8" destOrd="0" parTransId="{EDFDE74B-507F-465C-B4B0-A03775FF31A5}" sibTransId="{91963972-024E-47AA-8450-5D4CF6491A07}"/>
    <dgm:cxn modelId="{F28DA7DC-A2EF-4F9E-BF10-A3D869CBBECC}" type="presOf" srcId="{5771F79F-47C8-4B3F-AF08-70C412380A55}" destId="{38C56996-497B-4B94-B4BF-35788A92EA96}" srcOrd="0" destOrd="0" presId="urn:microsoft.com/office/officeart/2005/8/layout/vList2"/>
    <dgm:cxn modelId="{A919DBF7-A823-42F3-88CD-7DDF4ABF3F94}" type="presOf" srcId="{770D71BE-33F7-4947-880C-820B602D078B}" destId="{DFC8B39A-2740-4C1F-A465-6CA08BE19FFC}" srcOrd="0" destOrd="0" presId="urn:microsoft.com/office/officeart/2005/8/layout/vList2"/>
    <dgm:cxn modelId="{E85AB9FE-AAFD-4CB3-B9F8-ECA8BC5638C4}" srcId="{4A581569-F78A-4691-BAEE-6232636FEDF0}" destId="{5771F79F-47C8-4B3F-AF08-70C412380A55}" srcOrd="2" destOrd="0" parTransId="{A388BE5E-C30C-4D61-9BCA-F89F871EE0F8}" sibTransId="{CDE56A43-4433-4D47-B9B1-778FAB878BDC}"/>
    <dgm:cxn modelId="{C5090B6D-330B-45DC-8BA8-DD907ED78D10}" type="presParOf" srcId="{8F4816D0-DD63-47A4-9B3A-59101921A9D3}" destId="{411D9CDF-DB84-40F5-8A85-776C4F61EF8A}" srcOrd="0" destOrd="0" presId="urn:microsoft.com/office/officeart/2005/8/layout/vList2"/>
    <dgm:cxn modelId="{52548BFD-9255-423D-BDCA-6C04AF31216C}" type="presParOf" srcId="{8F4816D0-DD63-47A4-9B3A-59101921A9D3}" destId="{DD20FC6F-4FA0-4469-8D68-5B9FAB373CFD}" srcOrd="1" destOrd="0" presId="urn:microsoft.com/office/officeart/2005/8/layout/vList2"/>
    <dgm:cxn modelId="{F828F62F-3636-46C1-BB25-FFD12A8D23B0}" type="presParOf" srcId="{8F4816D0-DD63-47A4-9B3A-59101921A9D3}" destId="{DC8FF4DF-2F63-4EA4-A416-529453FD8BD2}" srcOrd="2" destOrd="0" presId="urn:microsoft.com/office/officeart/2005/8/layout/vList2"/>
    <dgm:cxn modelId="{A8AAA933-2F9D-4B7B-A89C-4827EF51B69D}" type="presParOf" srcId="{8F4816D0-DD63-47A4-9B3A-59101921A9D3}" destId="{FA9F96BF-C3E1-49F4-BFD9-1F6A20E3EDEC}" srcOrd="3" destOrd="0" presId="urn:microsoft.com/office/officeart/2005/8/layout/vList2"/>
    <dgm:cxn modelId="{F7FE67D1-EA88-4B39-8042-8092C9DF887B}" type="presParOf" srcId="{8F4816D0-DD63-47A4-9B3A-59101921A9D3}" destId="{38C56996-497B-4B94-B4BF-35788A92EA96}" srcOrd="4" destOrd="0" presId="urn:microsoft.com/office/officeart/2005/8/layout/vList2"/>
    <dgm:cxn modelId="{1FABEDEE-2150-47AD-BBE3-9D8BF3629E46}" type="presParOf" srcId="{8F4816D0-DD63-47A4-9B3A-59101921A9D3}" destId="{C9937DFB-8E72-482A-B955-B62669F37FA8}" srcOrd="5" destOrd="0" presId="urn:microsoft.com/office/officeart/2005/8/layout/vList2"/>
    <dgm:cxn modelId="{6A0E1081-6D56-477A-8DDA-CF9E436F54A6}" type="presParOf" srcId="{8F4816D0-DD63-47A4-9B3A-59101921A9D3}" destId="{551371AB-FF2D-446D-A5A0-59DFBF5FE0B5}" srcOrd="6" destOrd="0" presId="urn:microsoft.com/office/officeart/2005/8/layout/vList2"/>
    <dgm:cxn modelId="{08E108D6-5C95-4240-9A97-1BFD60CB498C}" type="presParOf" srcId="{8F4816D0-DD63-47A4-9B3A-59101921A9D3}" destId="{625DDF81-15FE-44B7-8D65-E1F2A38FCE59}" srcOrd="7" destOrd="0" presId="urn:microsoft.com/office/officeart/2005/8/layout/vList2"/>
    <dgm:cxn modelId="{954D8B0F-E548-4CBC-A619-A378796E715E}" type="presParOf" srcId="{8F4816D0-DD63-47A4-9B3A-59101921A9D3}" destId="{DFC8B39A-2740-4C1F-A465-6CA08BE19FFC}" srcOrd="8" destOrd="0" presId="urn:microsoft.com/office/officeart/2005/8/layout/vList2"/>
    <dgm:cxn modelId="{A3C5AE49-C55E-4BC0-8DFC-F3500EC5B45E}" type="presParOf" srcId="{8F4816D0-DD63-47A4-9B3A-59101921A9D3}" destId="{DE4B3AAA-B18C-45AA-A3F9-9E0DF966B1F4}" srcOrd="9" destOrd="0" presId="urn:microsoft.com/office/officeart/2005/8/layout/vList2"/>
    <dgm:cxn modelId="{D3A84E1D-0ECE-43C6-AC9C-B6D18730B3C2}" type="presParOf" srcId="{8F4816D0-DD63-47A4-9B3A-59101921A9D3}" destId="{DDB5D967-A2AC-4B8F-8692-B7CFAAA38B9D}" srcOrd="10" destOrd="0" presId="urn:microsoft.com/office/officeart/2005/8/layout/vList2"/>
    <dgm:cxn modelId="{0D714FE9-88B8-445F-892B-70E9D1075AD4}" type="presParOf" srcId="{8F4816D0-DD63-47A4-9B3A-59101921A9D3}" destId="{52653710-7ABD-4F74-B2CE-06292388E3EE}" srcOrd="11" destOrd="0" presId="urn:microsoft.com/office/officeart/2005/8/layout/vList2"/>
    <dgm:cxn modelId="{8C06467D-DDA3-4876-894A-BAC55E3904F5}" type="presParOf" srcId="{8F4816D0-DD63-47A4-9B3A-59101921A9D3}" destId="{B50FAC6D-FE5A-4841-97C6-74E10E4ED74A}" srcOrd="12" destOrd="0" presId="urn:microsoft.com/office/officeart/2005/8/layout/vList2"/>
    <dgm:cxn modelId="{9FEC7FDA-CEB0-4356-A800-64E714BBDE69}" type="presParOf" srcId="{8F4816D0-DD63-47A4-9B3A-59101921A9D3}" destId="{66FA4313-FC2E-4D1E-AF2D-45F3BAE907DE}" srcOrd="13" destOrd="0" presId="urn:microsoft.com/office/officeart/2005/8/layout/vList2"/>
    <dgm:cxn modelId="{6BEF0313-1A65-4859-A793-6B108A0032F6}" type="presParOf" srcId="{8F4816D0-DD63-47A4-9B3A-59101921A9D3}" destId="{F9E3C443-DB11-4B90-AECE-78C996175DEE}" srcOrd="14" destOrd="0" presId="urn:microsoft.com/office/officeart/2005/8/layout/vList2"/>
    <dgm:cxn modelId="{29B13E60-FC0A-40E8-879A-5F203FDB6B9A}" type="presParOf" srcId="{8F4816D0-DD63-47A4-9B3A-59101921A9D3}" destId="{FCCFF5A6-2369-463E-B375-71E68184CFBA}" srcOrd="15" destOrd="0" presId="urn:microsoft.com/office/officeart/2005/8/layout/vList2"/>
    <dgm:cxn modelId="{220F3BBD-9C3A-48FA-8B0D-665DB2F428E7}" type="presParOf" srcId="{8F4816D0-DD63-47A4-9B3A-59101921A9D3}" destId="{23A266F6-E218-4A8F-AA65-22AD6CAD5D81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06F391-40DF-40DB-A1EC-195C9201C25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9FF729-09C0-4C2F-9069-305D71492F94}">
      <dgm:prSet/>
      <dgm:spPr/>
      <dgm:t>
        <a:bodyPr/>
        <a:lstStyle/>
        <a:p>
          <a:r>
            <a:rPr lang="en-US"/>
            <a:t>Automated Workflow Jobs:</a:t>
          </a:r>
        </a:p>
      </dgm:t>
    </dgm:pt>
    <dgm:pt modelId="{56CC33CD-423E-474F-B85B-1BA2D6D34643}" type="parTrans" cxnId="{6FACF9DF-DEDD-453E-95FE-C16062D4EA1F}">
      <dgm:prSet/>
      <dgm:spPr/>
      <dgm:t>
        <a:bodyPr/>
        <a:lstStyle/>
        <a:p>
          <a:endParaRPr lang="en-US"/>
        </a:p>
      </dgm:t>
    </dgm:pt>
    <dgm:pt modelId="{E2F48BB7-D4B3-4F52-BF81-2C884852A567}" type="sibTrans" cxnId="{6FACF9DF-DEDD-453E-95FE-C16062D4EA1F}">
      <dgm:prSet/>
      <dgm:spPr/>
      <dgm:t>
        <a:bodyPr/>
        <a:lstStyle/>
        <a:p>
          <a:endParaRPr lang="en-US"/>
        </a:p>
      </dgm:t>
    </dgm:pt>
    <dgm:pt modelId="{0941FD79-53D8-42E2-9799-3B61614C9E18}">
      <dgm:prSet/>
      <dgm:spPr/>
      <dgm:t>
        <a:bodyPr/>
        <a:lstStyle/>
        <a:p>
          <a:r>
            <a:rPr lang="en-US"/>
            <a:t>1. Lint - Code quality checks</a:t>
          </a:r>
        </a:p>
      </dgm:t>
    </dgm:pt>
    <dgm:pt modelId="{E38FDFD5-5C31-4E5E-B7B9-88381175977D}" type="parTrans" cxnId="{66E39ED8-189F-4FCD-9144-5C80E223B9CD}">
      <dgm:prSet/>
      <dgm:spPr/>
      <dgm:t>
        <a:bodyPr/>
        <a:lstStyle/>
        <a:p>
          <a:endParaRPr lang="en-US"/>
        </a:p>
      </dgm:t>
    </dgm:pt>
    <dgm:pt modelId="{77701D69-F17E-4B9C-A56B-021A30F3864C}" type="sibTrans" cxnId="{66E39ED8-189F-4FCD-9144-5C80E223B9CD}">
      <dgm:prSet/>
      <dgm:spPr/>
      <dgm:t>
        <a:bodyPr/>
        <a:lstStyle/>
        <a:p>
          <a:endParaRPr lang="en-US"/>
        </a:p>
      </dgm:t>
    </dgm:pt>
    <dgm:pt modelId="{8B1951E5-27CB-4B3E-9357-58F72A1066FF}">
      <dgm:prSet/>
      <dgm:spPr/>
      <dgm:t>
        <a:bodyPr/>
        <a:lstStyle/>
        <a:p>
          <a:r>
            <a:rPr lang="en-US"/>
            <a:t>2. Unit Tests - Fast component tests</a:t>
          </a:r>
        </a:p>
      </dgm:t>
    </dgm:pt>
    <dgm:pt modelId="{59CC0021-2B48-417F-9E3A-BF0831734F4C}" type="parTrans" cxnId="{5303FB4E-0A1F-4329-AF1E-A45766BABA67}">
      <dgm:prSet/>
      <dgm:spPr/>
      <dgm:t>
        <a:bodyPr/>
        <a:lstStyle/>
        <a:p>
          <a:endParaRPr lang="en-US"/>
        </a:p>
      </dgm:t>
    </dgm:pt>
    <dgm:pt modelId="{69E3F63C-21D1-40A5-AD2F-D328F200B1A5}" type="sibTrans" cxnId="{5303FB4E-0A1F-4329-AF1E-A45766BABA67}">
      <dgm:prSet/>
      <dgm:spPr/>
      <dgm:t>
        <a:bodyPr/>
        <a:lstStyle/>
        <a:p>
          <a:endParaRPr lang="en-US"/>
        </a:p>
      </dgm:t>
    </dgm:pt>
    <dgm:pt modelId="{DC45B315-FE67-4A32-A46F-9137FF9AFFEE}">
      <dgm:prSet/>
      <dgm:spPr/>
      <dgm:t>
        <a:bodyPr/>
        <a:lstStyle/>
        <a:p>
          <a:r>
            <a:rPr lang="en-US"/>
            <a:t>3. Integration Tests - API &amp; DB tests</a:t>
          </a:r>
        </a:p>
      </dgm:t>
    </dgm:pt>
    <dgm:pt modelId="{F42771A6-500D-4E2A-8B99-4D2E0C8BC07B}" type="parTrans" cxnId="{E5EC78B4-4F6D-4CFC-8446-C0C38F0A2338}">
      <dgm:prSet/>
      <dgm:spPr/>
      <dgm:t>
        <a:bodyPr/>
        <a:lstStyle/>
        <a:p>
          <a:endParaRPr lang="en-US"/>
        </a:p>
      </dgm:t>
    </dgm:pt>
    <dgm:pt modelId="{03E94DC4-6865-4A8C-8485-4F1742599E97}" type="sibTrans" cxnId="{E5EC78B4-4F6D-4CFC-8446-C0C38F0A2338}">
      <dgm:prSet/>
      <dgm:spPr/>
      <dgm:t>
        <a:bodyPr/>
        <a:lstStyle/>
        <a:p>
          <a:endParaRPr lang="en-US"/>
        </a:p>
      </dgm:t>
    </dgm:pt>
    <dgm:pt modelId="{301B1B95-6586-4F95-AB95-E65FFDCBFC29}">
      <dgm:prSet/>
      <dgm:spPr/>
      <dgm:t>
        <a:bodyPr/>
        <a:lstStyle/>
        <a:p>
          <a:r>
            <a:rPr lang="en-US"/>
            <a:t>4. E2E Tests - Critical user flows</a:t>
          </a:r>
        </a:p>
      </dgm:t>
    </dgm:pt>
    <dgm:pt modelId="{9808C840-6EB1-4CFA-9ACC-ECB5F0081F9D}" type="parTrans" cxnId="{4BA5ED84-9245-4DAB-9784-14805F57A4F5}">
      <dgm:prSet/>
      <dgm:spPr/>
      <dgm:t>
        <a:bodyPr/>
        <a:lstStyle/>
        <a:p>
          <a:endParaRPr lang="en-US"/>
        </a:p>
      </dgm:t>
    </dgm:pt>
    <dgm:pt modelId="{23F869FB-2ED9-44C4-9D5E-0EAC6CCFAA07}" type="sibTrans" cxnId="{4BA5ED84-9245-4DAB-9784-14805F57A4F5}">
      <dgm:prSet/>
      <dgm:spPr/>
      <dgm:t>
        <a:bodyPr/>
        <a:lstStyle/>
        <a:p>
          <a:endParaRPr lang="en-US"/>
        </a:p>
      </dgm:t>
    </dgm:pt>
    <dgm:pt modelId="{C3814597-2B77-4D42-B066-F5EB2F5E2309}">
      <dgm:prSet/>
      <dgm:spPr/>
      <dgm:t>
        <a:bodyPr/>
        <a:lstStyle/>
        <a:p>
          <a:r>
            <a:rPr lang="en-US"/>
            <a:t>5. Coverage - Generate and upload reports</a:t>
          </a:r>
        </a:p>
      </dgm:t>
    </dgm:pt>
    <dgm:pt modelId="{EF618C52-D8A7-4944-BF0A-D3F0DDDB98B8}" type="parTrans" cxnId="{6BA9CA20-D7BA-4677-868C-39BE661A3453}">
      <dgm:prSet/>
      <dgm:spPr/>
      <dgm:t>
        <a:bodyPr/>
        <a:lstStyle/>
        <a:p>
          <a:endParaRPr lang="en-US"/>
        </a:p>
      </dgm:t>
    </dgm:pt>
    <dgm:pt modelId="{144FC742-6B16-41C6-99A6-F34D67D14927}" type="sibTrans" cxnId="{6BA9CA20-D7BA-4677-868C-39BE661A3453}">
      <dgm:prSet/>
      <dgm:spPr/>
      <dgm:t>
        <a:bodyPr/>
        <a:lstStyle/>
        <a:p>
          <a:endParaRPr lang="en-US"/>
        </a:p>
      </dgm:t>
    </dgm:pt>
    <dgm:pt modelId="{157BDB0A-CD03-4F10-A6F9-CE47576F422E}">
      <dgm:prSet/>
      <dgm:spPr/>
      <dgm:t>
        <a:bodyPr/>
        <a:lstStyle/>
        <a:p>
          <a:r>
            <a:rPr lang="en-US"/>
            <a:t>6. Security Audit - Dependency scanning</a:t>
          </a:r>
        </a:p>
      </dgm:t>
    </dgm:pt>
    <dgm:pt modelId="{0C3B4DCF-0D30-428B-BE96-F4EF46DE8E39}" type="parTrans" cxnId="{D3812096-4E5E-4872-AACE-20E5FF31959E}">
      <dgm:prSet/>
      <dgm:spPr/>
      <dgm:t>
        <a:bodyPr/>
        <a:lstStyle/>
        <a:p>
          <a:endParaRPr lang="en-US"/>
        </a:p>
      </dgm:t>
    </dgm:pt>
    <dgm:pt modelId="{40D16FEF-DEA8-4ECF-BF39-4D490684946B}" type="sibTrans" cxnId="{D3812096-4E5E-4872-AACE-20E5FF31959E}">
      <dgm:prSet/>
      <dgm:spPr/>
      <dgm:t>
        <a:bodyPr/>
        <a:lstStyle/>
        <a:p>
          <a:endParaRPr lang="en-US"/>
        </a:p>
      </dgm:t>
    </dgm:pt>
    <dgm:pt modelId="{F4C969D9-CC8D-4A2D-B9BC-2508CB10EBAC}">
      <dgm:prSet/>
      <dgm:spPr/>
      <dgm:t>
        <a:bodyPr/>
        <a:lstStyle/>
        <a:p>
          <a:r>
            <a:rPr lang="en-US"/>
            <a:t>Triggers: Push, Pull Request, Schedule</a:t>
          </a:r>
        </a:p>
      </dgm:t>
    </dgm:pt>
    <dgm:pt modelId="{3E739E57-D760-467C-9A89-6F236A3995ED}" type="parTrans" cxnId="{1596CD73-B4B3-45DF-A080-66706954E7FA}">
      <dgm:prSet/>
      <dgm:spPr/>
      <dgm:t>
        <a:bodyPr/>
        <a:lstStyle/>
        <a:p>
          <a:endParaRPr lang="en-US"/>
        </a:p>
      </dgm:t>
    </dgm:pt>
    <dgm:pt modelId="{34B547FC-2201-4E76-BA36-860D21581E37}" type="sibTrans" cxnId="{1596CD73-B4B3-45DF-A080-66706954E7FA}">
      <dgm:prSet/>
      <dgm:spPr/>
      <dgm:t>
        <a:bodyPr/>
        <a:lstStyle/>
        <a:p>
          <a:endParaRPr lang="en-US"/>
        </a:p>
      </dgm:t>
    </dgm:pt>
    <dgm:pt modelId="{E4184D7D-DA51-4944-8B0D-F124A7D0BF4D}">
      <dgm:prSet/>
      <dgm:spPr/>
      <dgm:t>
        <a:bodyPr/>
        <a:lstStyle/>
        <a:p>
          <a:r>
            <a:rPr lang="en-US"/>
            <a:t>Parallel execution for speed</a:t>
          </a:r>
        </a:p>
      </dgm:t>
    </dgm:pt>
    <dgm:pt modelId="{014AA11F-2A42-420A-8A1C-879234823C09}" type="parTrans" cxnId="{0E29E1E5-EC90-47E9-9604-D2ECBACBE26B}">
      <dgm:prSet/>
      <dgm:spPr/>
      <dgm:t>
        <a:bodyPr/>
        <a:lstStyle/>
        <a:p>
          <a:endParaRPr lang="en-US"/>
        </a:p>
      </dgm:t>
    </dgm:pt>
    <dgm:pt modelId="{BD113FFE-EF1E-41C1-AD85-5823FF8F6DC0}" type="sibTrans" cxnId="{0E29E1E5-EC90-47E9-9604-D2ECBACBE26B}">
      <dgm:prSet/>
      <dgm:spPr/>
      <dgm:t>
        <a:bodyPr/>
        <a:lstStyle/>
        <a:p>
          <a:endParaRPr lang="en-US"/>
        </a:p>
      </dgm:t>
    </dgm:pt>
    <dgm:pt modelId="{3592E7D6-02A7-423A-AA73-83830EE33DE7}">
      <dgm:prSet/>
      <dgm:spPr/>
      <dgm:t>
        <a:bodyPr/>
        <a:lstStyle/>
        <a:p>
          <a:r>
            <a:rPr lang="en-US"/>
            <a:t>Artifact storage for test reports</a:t>
          </a:r>
        </a:p>
      </dgm:t>
    </dgm:pt>
    <dgm:pt modelId="{C9E28A5C-F47A-4BA7-9B30-71B719DD6D0E}" type="parTrans" cxnId="{C00ECE7D-9D7E-4198-8461-2F96F665256B}">
      <dgm:prSet/>
      <dgm:spPr/>
      <dgm:t>
        <a:bodyPr/>
        <a:lstStyle/>
        <a:p>
          <a:endParaRPr lang="en-US"/>
        </a:p>
      </dgm:t>
    </dgm:pt>
    <dgm:pt modelId="{1C5BAED8-3912-4933-B662-5A6601A9C66B}" type="sibTrans" cxnId="{C00ECE7D-9D7E-4198-8461-2F96F665256B}">
      <dgm:prSet/>
      <dgm:spPr/>
      <dgm:t>
        <a:bodyPr/>
        <a:lstStyle/>
        <a:p>
          <a:endParaRPr lang="en-US"/>
        </a:p>
      </dgm:t>
    </dgm:pt>
    <dgm:pt modelId="{70DBB3AE-C9B8-42E0-99E4-B5F159317782}" type="pres">
      <dgm:prSet presAssocID="{C106F391-40DF-40DB-A1EC-195C9201C250}" presName="vert0" presStyleCnt="0">
        <dgm:presLayoutVars>
          <dgm:dir/>
          <dgm:animOne val="branch"/>
          <dgm:animLvl val="lvl"/>
        </dgm:presLayoutVars>
      </dgm:prSet>
      <dgm:spPr/>
    </dgm:pt>
    <dgm:pt modelId="{2972246A-C3A3-440B-9813-6FFED07F5F00}" type="pres">
      <dgm:prSet presAssocID="{789FF729-09C0-4C2F-9069-305D71492F94}" presName="thickLine" presStyleLbl="alignNode1" presStyleIdx="0" presStyleCnt="10"/>
      <dgm:spPr/>
    </dgm:pt>
    <dgm:pt modelId="{A25B43F3-EA8B-4834-8AFA-29C721B7E743}" type="pres">
      <dgm:prSet presAssocID="{789FF729-09C0-4C2F-9069-305D71492F94}" presName="horz1" presStyleCnt="0"/>
      <dgm:spPr/>
    </dgm:pt>
    <dgm:pt modelId="{B3625677-7112-4949-A9AE-B939AEDB4F2A}" type="pres">
      <dgm:prSet presAssocID="{789FF729-09C0-4C2F-9069-305D71492F94}" presName="tx1" presStyleLbl="revTx" presStyleIdx="0" presStyleCnt="10"/>
      <dgm:spPr/>
    </dgm:pt>
    <dgm:pt modelId="{5C8C2FD2-C2D5-4948-9135-EC3B3C03BA69}" type="pres">
      <dgm:prSet presAssocID="{789FF729-09C0-4C2F-9069-305D71492F94}" presName="vert1" presStyleCnt="0"/>
      <dgm:spPr/>
    </dgm:pt>
    <dgm:pt modelId="{C518BA46-70A4-41C5-816F-2D532128D617}" type="pres">
      <dgm:prSet presAssocID="{0941FD79-53D8-42E2-9799-3B61614C9E18}" presName="thickLine" presStyleLbl="alignNode1" presStyleIdx="1" presStyleCnt="10"/>
      <dgm:spPr/>
    </dgm:pt>
    <dgm:pt modelId="{A2A1A031-3761-429D-AC12-68784501B474}" type="pres">
      <dgm:prSet presAssocID="{0941FD79-53D8-42E2-9799-3B61614C9E18}" presName="horz1" presStyleCnt="0"/>
      <dgm:spPr/>
    </dgm:pt>
    <dgm:pt modelId="{9918266A-8BDE-40E3-B2E7-260610E132C1}" type="pres">
      <dgm:prSet presAssocID="{0941FD79-53D8-42E2-9799-3B61614C9E18}" presName="tx1" presStyleLbl="revTx" presStyleIdx="1" presStyleCnt="10"/>
      <dgm:spPr/>
    </dgm:pt>
    <dgm:pt modelId="{75E4B8C1-74FE-4C19-AF41-B652379ADC56}" type="pres">
      <dgm:prSet presAssocID="{0941FD79-53D8-42E2-9799-3B61614C9E18}" presName="vert1" presStyleCnt="0"/>
      <dgm:spPr/>
    </dgm:pt>
    <dgm:pt modelId="{D5B4627F-212A-4FAB-9342-ED449E3D2866}" type="pres">
      <dgm:prSet presAssocID="{8B1951E5-27CB-4B3E-9357-58F72A1066FF}" presName="thickLine" presStyleLbl="alignNode1" presStyleIdx="2" presStyleCnt="10"/>
      <dgm:spPr/>
    </dgm:pt>
    <dgm:pt modelId="{97B196D1-7627-4C36-88F7-301E61DAE9EF}" type="pres">
      <dgm:prSet presAssocID="{8B1951E5-27CB-4B3E-9357-58F72A1066FF}" presName="horz1" presStyleCnt="0"/>
      <dgm:spPr/>
    </dgm:pt>
    <dgm:pt modelId="{34486BA6-02C7-4251-819E-FF938A154B46}" type="pres">
      <dgm:prSet presAssocID="{8B1951E5-27CB-4B3E-9357-58F72A1066FF}" presName="tx1" presStyleLbl="revTx" presStyleIdx="2" presStyleCnt="10"/>
      <dgm:spPr/>
    </dgm:pt>
    <dgm:pt modelId="{A34F7B2F-E9A6-4AB7-B6F4-63C25E2D68F1}" type="pres">
      <dgm:prSet presAssocID="{8B1951E5-27CB-4B3E-9357-58F72A1066FF}" presName="vert1" presStyleCnt="0"/>
      <dgm:spPr/>
    </dgm:pt>
    <dgm:pt modelId="{0EF7F3B0-7846-4C83-85ED-FDBEE63009FF}" type="pres">
      <dgm:prSet presAssocID="{DC45B315-FE67-4A32-A46F-9137FF9AFFEE}" presName="thickLine" presStyleLbl="alignNode1" presStyleIdx="3" presStyleCnt="10"/>
      <dgm:spPr/>
    </dgm:pt>
    <dgm:pt modelId="{9799E036-1B7D-4C2A-B205-CD0F54E4C11D}" type="pres">
      <dgm:prSet presAssocID="{DC45B315-FE67-4A32-A46F-9137FF9AFFEE}" presName="horz1" presStyleCnt="0"/>
      <dgm:spPr/>
    </dgm:pt>
    <dgm:pt modelId="{0F0861E6-3871-401E-9513-330A8897F7E9}" type="pres">
      <dgm:prSet presAssocID="{DC45B315-FE67-4A32-A46F-9137FF9AFFEE}" presName="tx1" presStyleLbl="revTx" presStyleIdx="3" presStyleCnt="10"/>
      <dgm:spPr/>
    </dgm:pt>
    <dgm:pt modelId="{768267CA-2E29-4521-B760-87B9DEF35180}" type="pres">
      <dgm:prSet presAssocID="{DC45B315-FE67-4A32-A46F-9137FF9AFFEE}" presName="vert1" presStyleCnt="0"/>
      <dgm:spPr/>
    </dgm:pt>
    <dgm:pt modelId="{3501E2BC-24F6-4E53-BFB7-B76069462329}" type="pres">
      <dgm:prSet presAssocID="{301B1B95-6586-4F95-AB95-E65FFDCBFC29}" presName="thickLine" presStyleLbl="alignNode1" presStyleIdx="4" presStyleCnt="10"/>
      <dgm:spPr/>
    </dgm:pt>
    <dgm:pt modelId="{E7095AAD-86DF-4993-A1D3-C4E6F21D7F55}" type="pres">
      <dgm:prSet presAssocID="{301B1B95-6586-4F95-AB95-E65FFDCBFC29}" presName="horz1" presStyleCnt="0"/>
      <dgm:spPr/>
    </dgm:pt>
    <dgm:pt modelId="{FCB625C0-0831-49C1-99A7-EA8A4C521341}" type="pres">
      <dgm:prSet presAssocID="{301B1B95-6586-4F95-AB95-E65FFDCBFC29}" presName="tx1" presStyleLbl="revTx" presStyleIdx="4" presStyleCnt="10"/>
      <dgm:spPr/>
    </dgm:pt>
    <dgm:pt modelId="{E493160A-C01A-454F-B512-21BCDE15EA61}" type="pres">
      <dgm:prSet presAssocID="{301B1B95-6586-4F95-AB95-E65FFDCBFC29}" presName="vert1" presStyleCnt="0"/>
      <dgm:spPr/>
    </dgm:pt>
    <dgm:pt modelId="{C5CD8BA5-F348-480C-BBB2-F1231F3BA403}" type="pres">
      <dgm:prSet presAssocID="{C3814597-2B77-4D42-B066-F5EB2F5E2309}" presName="thickLine" presStyleLbl="alignNode1" presStyleIdx="5" presStyleCnt="10"/>
      <dgm:spPr/>
    </dgm:pt>
    <dgm:pt modelId="{3832447E-9473-4B6E-9147-DF2D3E80FCC4}" type="pres">
      <dgm:prSet presAssocID="{C3814597-2B77-4D42-B066-F5EB2F5E2309}" presName="horz1" presStyleCnt="0"/>
      <dgm:spPr/>
    </dgm:pt>
    <dgm:pt modelId="{DCE9A882-2040-4F9E-98C9-F0CD2B878033}" type="pres">
      <dgm:prSet presAssocID="{C3814597-2B77-4D42-B066-F5EB2F5E2309}" presName="tx1" presStyleLbl="revTx" presStyleIdx="5" presStyleCnt="10"/>
      <dgm:spPr/>
    </dgm:pt>
    <dgm:pt modelId="{2E06C8C1-5CE9-4CA9-A02F-18A11303A1A2}" type="pres">
      <dgm:prSet presAssocID="{C3814597-2B77-4D42-B066-F5EB2F5E2309}" presName="vert1" presStyleCnt="0"/>
      <dgm:spPr/>
    </dgm:pt>
    <dgm:pt modelId="{C8AEC8D8-B650-4E45-879A-5A379B57D0D7}" type="pres">
      <dgm:prSet presAssocID="{157BDB0A-CD03-4F10-A6F9-CE47576F422E}" presName="thickLine" presStyleLbl="alignNode1" presStyleIdx="6" presStyleCnt="10"/>
      <dgm:spPr/>
    </dgm:pt>
    <dgm:pt modelId="{DC6EB6DE-E15A-4DC8-A1C5-D38741958567}" type="pres">
      <dgm:prSet presAssocID="{157BDB0A-CD03-4F10-A6F9-CE47576F422E}" presName="horz1" presStyleCnt="0"/>
      <dgm:spPr/>
    </dgm:pt>
    <dgm:pt modelId="{6F8304E1-5752-498D-8B05-BB98CC6237E8}" type="pres">
      <dgm:prSet presAssocID="{157BDB0A-CD03-4F10-A6F9-CE47576F422E}" presName="tx1" presStyleLbl="revTx" presStyleIdx="6" presStyleCnt="10"/>
      <dgm:spPr/>
    </dgm:pt>
    <dgm:pt modelId="{E98E6034-ED88-495C-A321-9BC13D862791}" type="pres">
      <dgm:prSet presAssocID="{157BDB0A-CD03-4F10-A6F9-CE47576F422E}" presName="vert1" presStyleCnt="0"/>
      <dgm:spPr/>
    </dgm:pt>
    <dgm:pt modelId="{3875D24C-FDE8-4C9B-8E1F-4F7C01BD05D3}" type="pres">
      <dgm:prSet presAssocID="{F4C969D9-CC8D-4A2D-B9BC-2508CB10EBAC}" presName="thickLine" presStyleLbl="alignNode1" presStyleIdx="7" presStyleCnt="10"/>
      <dgm:spPr/>
    </dgm:pt>
    <dgm:pt modelId="{98F52A6C-74F0-42BD-9EF9-B30E6AD25692}" type="pres">
      <dgm:prSet presAssocID="{F4C969D9-CC8D-4A2D-B9BC-2508CB10EBAC}" presName="horz1" presStyleCnt="0"/>
      <dgm:spPr/>
    </dgm:pt>
    <dgm:pt modelId="{1CDDF378-F4F5-4DF0-B058-FCF3BAEBF414}" type="pres">
      <dgm:prSet presAssocID="{F4C969D9-CC8D-4A2D-B9BC-2508CB10EBAC}" presName="tx1" presStyleLbl="revTx" presStyleIdx="7" presStyleCnt="10"/>
      <dgm:spPr/>
    </dgm:pt>
    <dgm:pt modelId="{163E1B9A-D004-46CF-902C-29566C1A2F7F}" type="pres">
      <dgm:prSet presAssocID="{F4C969D9-CC8D-4A2D-B9BC-2508CB10EBAC}" presName="vert1" presStyleCnt="0"/>
      <dgm:spPr/>
    </dgm:pt>
    <dgm:pt modelId="{12ABB084-5655-4182-8E5C-9DD2DD126D17}" type="pres">
      <dgm:prSet presAssocID="{E4184D7D-DA51-4944-8B0D-F124A7D0BF4D}" presName="thickLine" presStyleLbl="alignNode1" presStyleIdx="8" presStyleCnt="10"/>
      <dgm:spPr/>
    </dgm:pt>
    <dgm:pt modelId="{C7949DE6-E476-40A8-8BFF-B72581568451}" type="pres">
      <dgm:prSet presAssocID="{E4184D7D-DA51-4944-8B0D-F124A7D0BF4D}" presName="horz1" presStyleCnt="0"/>
      <dgm:spPr/>
    </dgm:pt>
    <dgm:pt modelId="{C27F8B18-0430-4C70-9E94-288E3F87F557}" type="pres">
      <dgm:prSet presAssocID="{E4184D7D-DA51-4944-8B0D-F124A7D0BF4D}" presName="tx1" presStyleLbl="revTx" presStyleIdx="8" presStyleCnt="10"/>
      <dgm:spPr/>
    </dgm:pt>
    <dgm:pt modelId="{CD6307E5-CF50-442E-9717-AAAB005E3172}" type="pres">
      <dgm:prSet presAssocID="{E4184D7D-DA51-4944-8B0D-F124A7D0BF4D}" presName="vert1" presStyleCnt="0"/>
      <dgm:spPr/>
    </dgm:pt>
    <dgm:pt modelId="{D6C37859-2739-42CD-9AC6-391C6AF9F5A1}" type="pres">
      <dgm:prSet presAssocID="{3592E7D6-02A7-423A-AA73-83830EE33DE7}" presName="thickLine" presStyleLbl="alignNode1" presStyleIdx="9" presStyleCnt="10"/>
      <dgm:spPr/>
    </dgm:pt>
    <dgm:pt modelId="{2B3A0EFE-BE87-4F9F-8EDD-78EFE26E8B87}" type="pres">
      <dgm:prSet presAssocID="{3592E7D6-02A7-423A-AA73-83830EE33DE7}" presName="horz1" presStyleCnt="0"/>
      <dgm:spPr/>
    </dgm:pt>
    <dgm:pt modelId="{E5265EE7-8F78-4CC9-A1F9-B45A85500049}" type="pres">
      <dgm:prSet presAssocID="{3592E7D6-02A7-423A-AA73-83830EE33DE7}" presName="tx1" presStyleLbl="revTx" presStyleIdx="9" presStyleCnt="10"/>
      <dgm:spPr/>
    </dgm:pt>
    <dgm:pt modelId="{76FA96FA-64AA-457C-8D6D-7F95DD05BAD5}" type="pres">
      <dgm:prSet presAssocID="{3592E7D6-02A7-423A-AA73-83830EE33DE7}" presName="vert1" presStyleCnt="0"/>
      <dgm:spPr/>
    </dgm:pt>
  </dgm:ptLst>
  <dgm:cxnLst>
    <dgm:cxn modelId="{B3693204-CDB9-488D-A538-FC2F61DE754A}" type="presOf" srcId="{789FF729-09C0-4C2F-9069-305D71492F94}" destId="{B3625677-7112-4949-A9AE-B939AEDB4F2A}" srcOrd="0" destOrd="0" presId="urn:microsoft.com/office/officeart/2008/layout/LinedList"/>
    <dgm:cxn modelId="{E00E1C09-BFE9-4307-81BF-18AB9282990F}" type="presOf" srcId="{301B1B95-6586-4F95-AB95-E65FFDCBFC29}" destId="{FCB625C0-0831-49C1-99A7-EA8A4C521341}" srcOrd="0" destOrd="0" presId="urn:microsoft.com/office/officeart/2008/layout/LinedList"/>
    <dgm:cxn modelId="{342A650A-1A13-4506-9E5B-0AAEA0B20B62}" type="presOf" srcId="{0941FD79-53D8-42E2-9799-3B61614C9E18}" destId="{9918266A-8BDE-40E3-B2E7-260610E132C1}" srcOrd="0" destOrd="0" presId="urn:microsoft.com/office/officeart/2008/layout/LinedList"/>
    <dgm:cxn modelId="{D4D5871F-D2E6-4606-BB02-D7B9ECA0C922}" type="presOf" srcId="{157BDB0A-CD03-4F10-A6F9-CE47576F422E}" destId="{6F8304E1-5752-498D-8B05-BB98CC6237E8}" srcOrd="0" destOrd="0" presId="urn:microsoft.com/office/officeart/2008/layout/LinedList"/>
    <dgm:cxn modelId="{6BA9CA20-D7BA-4677-868C-39BE661A3453}" srcId="{C106F391-40DF-40DB-A1EC-195C9201C250}" destId="{C3814597-2B77-4D42-B066-F5EB2F5E2309}" srcOrd="5" destOrd="0" parTransId="{EF618C52-D8A7-4944-BF0A-D3F0DDDB98B8}" sibTransId="{144FC742-6B16-41C6-99A6-F34D67D14927}"/>
    <dgm:cxn modelId="{5303FB4E-0A1F-4329-AF1E-A45766BABA67}" srcId="{C106F391-40DF-40DB-A1EC-195C9201C250}" destId="{8B1951E5-27CB-4B3E-9357-58F72A1066FF}" srcOrd="2" destOrd="0" parTransId="{59CC0021-2B48-417F-9E3A-BF0831734F4C}" sibTransId="{69E3F63C-21D1-40A5-AD2F-D328F200B1A5}"/>
    <dgm:cxn modelId="{1596CD73-B4B3-45DF-A080-66706954E7FA}" srcId="{C106F391-40DF-40DB-A1EC-195C9201C250}" destId="{F4C969D9-CC8D-4A2D-B9BC-2508CB10EBAC}" srcOrd="7" destOrd="0" parTransId="{3E739E57-D760-467C-9A89-6F236A3995ED}" sibTransId="{34B547FC-2201-4E76-BA36-860D21581E37}"/>
    <dgm:cxn modelId="{B958CF55-D3FB-4222-9C06-B50BD389CC8B}" type="presOf" srcId="{F4C969D9-CC8D-4A2D-B9BC-2508CB10EBAC}" destId="{1CDDF378-F4F5-4DF0-B058-FCF3BAEBF414}" srcOrd="0" destOrd="0" presId="urn:microsoft.com/office/officeart/2008/layout/LinedList"/>
    <dgm:cxn modelId="{C00ECE7D-9D7E-4198-8461-2F96F665256B}" srcId="{C106F391-40DF-40DB-A1EC-195C9201C250}" destId="{3592E7D6-02A7-423A-AA73-83830EE33DE7}" srcOrd="9" destOrd="0" parTransId="{C9E28A5C-F47A-4BA7-9B30-71B719DD6D0E}" sibTransId="{1C5BAED8-3912-4933-B662-5A6601A9C66B}"/>
    <dgm:cxn modelId="{4BA5ED84-9245-4DAB-9784-14805F57A4F5}" srcId="{C106F391-40DF-40DB-A1EC-195C9201C250}" destId="{301B1B95-6586-4F95-AB95-E65FFDCBFC29}" srcOrd="4" destOrd="0" parTransId="{9808C840-6EB1-4CFA-9ACC-ECB5F0081F9D}" sibTransId="{23F869FB-2ED9-44C4-9D5E-0EAC6CCFAA07}"/>
    <dgm:cxn modelId="{06DF648F-C763-4F95-AA75-68D35258DF8C}" type="presOf" srcId="{C106F391-40DF-40DB-A1EC-195C9201C250}" destId="{70DBB3AE-C9B8-42E0-99E4-B5F159317782}" srcOrd="0" destOrd="0" presId="urn:microsoft.com/office/officeart/2008/layout/LinedList"/>
    <dgm:cxn modelId="{D3812096-4E5E-4872-AACE-20E5FF31959E}" srcId="{C106F391-40DF-40DB-A1EC-195C9201C250}" destId="{157BDB0A-CD03-4F10-A6F9-CE47576F422E}" srcOrd="6" destOrd="0" parTransId="{0C3B4DCF-0D30-428B-BE96-F4EF46DE8E39}" sibTransId="{40D16FEF-DEA8-4ECF-BF39-4D490684946B}"/>
    <dgm:cxn modelId="{371ADC96-E39F-4EC0-ABF3-6CB1C7B45507}" type="presOf" srcId="{E4184D7D-DA51-4944-8B0D-F124A7D0BF4D}" destId="{C27F8B18-0430-4C70-9E94-288E3F87F557}" srcOrd="0" destOrd="0" presId="urn:microsoft.com/office/officeart/2008/layout/LinedList"/>
    <dgm:cxn modelId="{F05129A4-B36B-45E4-B1E6-E4CC2B70B68C}" type="presOf" srcId="{8B1951E5-27CB-4B3E-9357-58F72A1066FF}" destId="{34486BA6-02C7-4251-819E-FF938A154B46}" srcOrd="0" destOrd="0" presId="urn:microsoft.com/office/officeart/2008/layout/LinedList"/>
    <dgm:cxn modelId="{E5EC78B4-4F6D-4CFC-8446-C0C38F0A2338}" srcId="{C106F391-40DF-40DB-A1EC-195C9201C250}" destId="{DC45B315-FE67-4A32-A46F-9137FF9AFFEE}" srcOrd="3" destOrd="0" parTransId="{F42771A6-500D-4E2A-8B99-4D2E0C8BC07B}" sibTransId="{03E94DC4-6865-4A8C-8485-4F1742599E97}"/>
    <dgm:cxn modelId="{689524B8-A606-4219-B656-FA363ECD002A}" type="presOf" srcId="{C3814597-2B77-4D42-B066-F5EB2F5E2309}" destId="{DCE9A882-2040-4F9E-98C9-F0CD2B878033}" srcOrd="0" destOrd="0" presId="urn:microsoft.com/office/officeart/2008/layout/LinedList"/>
    <dgm:cxn modelId="{66E39ED8-189F-4FCD-9144-5C80E223B9CD}" srcId="{C106F391-40DF-40DB-A1EC-195C9201C250}" destId="{0941FD79-53D8-42E2-9799-3B61614C9E18}" srcOrd="1" destOrd="0" parTransId="{E38FDFD5-5C31-4E5E-B7B9-88381175977D}" sibTransId="{77701D69-F17E-4B9C-A56B-021A30F3864C}"/>
    <dgm:cxn modelId="{3E7B5DD9-1260-40B9-AA1C-DFC4E800D9BB}" type="presOf" srcId="{3592E7D6-02A7-423A-AA73-83830EE33DE7}" destId="{E5265EE7-8F78-4CC9-A1F9-B45A85500049}" srcOrd="0" destOrd="0" presId="urn:microsoft.com/office/officeart/2008/layout/LinedList"/>
    <dgm:cxn modelId="{672B1BDD-21F2-4827-83BA-663290F6ADD8}" type="presOf" srcId="{DC45B315-FE67-4A32-A46F-9137FF9AFFEE}" destId="{0F0861E6-3871-401E-9513-330A8897F7E9}" srcOrd="0" destOrd="0" presId="urn:microsoft.com/office/officeart/2008/layout/LinedList"/>
    <dgm:cxn modelId="{6FACF9DF-DEDD-453E-95FE-C16062D4EA1F}" srcId="{C106F391-40DF-40DB-A1EC-195C9201C250}" destId="{789FF729-09C0-4C2F-9069-305D71492F94}" srcOrd="0" destOrd="0" parTransId="{56CC33CD-423E-474F-B85B-1BA2D6D34643}" sibTransId="{E2F48BB7-D4B3-4F52-BF81-2C884852A567}"/>
    <dgm:cxn modelId="{0E29E1E5-EC90-47E9-9604-D2ECBACBE26B}" srcId="{C106F391-40DF-40DB-A1EC-195C9201C250}" destId="{E4184D7D-DA51-4944-8B0D-F124A7D0BF4D}" srcOrd="8" destOrd="0" parTransId="{014AA11F-2A42-420A-8A1C-879234823C09}" sibTransId="{BD113FFE-EF1E-41C1-AD85-5823FF8F6DC0}"/>
    <dgm:cxn modelId="{7420314E-BDBD-4151-83BB-1860C311D406}" type="presParOf" srcId="{70DBB3AE-C9B8-42E0-99E4-B5F159317782}" destId="{2972246A-C3A3-440B-9813-6FFED07F5F00}" srcOrd="0" destOrd="0" presId="urn:microsoft.com/office/officeart/2008/layout/LinedList"/>
    <dgm:cxn modelId="{AECB0DB3-8F53-4FCC-999D-01EFE05D02AC}" type="presParOf" srcId="{70DBB3AE-C9B8-42E0-99E4-B5F159317782}" destId="{A25B43F3-EA8B-4834-8AFA-29C721B7E743}" srcOrd="1" destOrd="0" presId="urn:microsoft.com/office/officeart/2008/layout/LinedList"/>
    <dgm:cxn modelId="{05753448-C97F-4E79-A137-1E9750D13A93}" type="presParOf" srcId="{A25B43F3-EA8B-4834-8AFA-29C721B7E743}" destId="{B3625677-7112-4949-A9AE-B939AEDB4F2A}" srcOrd="0" destOrd="0" presId="urn:microsoft.com/office/officeart/2008/layout/LinedList"/>
    <dgm:cxn modelId="{0DD290F0-A0E1-426E-AFB5-8B0A03778978}" type="presParOf" srcId="{A25B43F3-EA8B-4834-8AFA-29C721B7E743}" destId="{5C8C2FD2-C2D5-4948-9135-EC3B3C03BA69}" srcOrd="1" destOrd="0" presId="urn:microsoft.com/office/officeart/2008/layout/LinedList"/>
    <dgm:cxn modelId="{B7644B3C-1936-4769-A134-2972034402CF}" type="presParOf" srcId="{70DBB3AE-C9B8-42E0-99E4-B5F159317782}" destId="{C518BA46-70A4-41C5-816F-2D532128D617}" srcOrd="2" destOrd="0" presId="urn:microsoft.com/office/officeart/2008/layout/LinedList"/>
    <dgm:cxn modelId="{EB527D19-FEF6-40BA-BDA3-77B287957DD9}" type="presParOf" srcId="{70DBB3AE-C9B8-42E0-99E4-B5F159317782}" destId="{A2A1A031-3761-429D-AC12-68784501B474}" srcOrd="3" destOrd="0" presId="urn:microsoft.com/office/officeart/2008/layout/LinedList"/>
    <dgm:cxn modelId="{15F6E09E-2363-4B58-92E2-C168126440D5}" type="presParOf" srcId="{A2A1A031-3761-429D-AC12-68784501B474}" destId="{9918266A-8BDE-40E3-B2E7-260610E132C1}" srcOrd="0" destOrd="0" presId="urn:microsoft.com/office/officeart/2008/layout/LinedList"/>
    <dgm:cxn modelId="{72F4758E-70EA-483A-91D8-3602A438B353}" type="presParOf" srcId="{A2A1A031-3761-429D-AC12-68784501B474}" destId="{75E4B8C1-74FE-4C19-AF41-B652379ADC56}" srcOrd="1" destOrd="0" presId="urn:microsoft.com/office/officeart/2008/layout/LinedList"/>
    <dgm:cxn modelId="{720CD7B1-9558-40ED-8BE4-A874250FA052}" type="presParOf" srcId="{70DBB3AE-C9B8-42E0-99E4-B5F159317782}" destId="{D5B4627F-212A-4FAB-9342-ED449E3D2866}" srcOrd="4" destOrd="0" presId="urn:microsoft.com/office/officeart/2008/layout/LinedList"/>
    <dgm:cxn modelId="{5A112CEB-5BB0-4956-A1EF-26B799CE6F69}" type="presParOf" srcId="{70DBB3AE-C9B8-42E0-99E4-B5F159317782}" destId="{97B196D1-7627-4C36-88F7-301E61DAE9EF}" srcOrd="5" destOrd="0" presId="urn:microsoft.com/office/officeart/2008/layout/LinedList"/>
    <dgm:cxn modelId="{18C0FF40-F827-420E-BABB-A46F694E52B1}" type="presParOf" srcId="{97B196D1-7627-4C36-88F7-301E61DAE9EF}" destId="{34486BA6-02C7-4251-819E-FF938A154B46}" srcOrd="0" destOrd="0" presId="urn:microsoft.com/office/officeart/2008/layout/LinedList"/>
    <dgm:cxn modelId="{7DD9AF29-8D93-47F9-814B-2DB99CE59553}" type="presParOf" srcId="{97B196D1-7627-4C36-88F7-301E61DAE9EF}" destId="{A34F7B2F-E9A6-4AB7-B6F4-63C25E2D68F1}" srcOrd="1" destOrd="0" presId="urn:microsoft.com/office/officeart/2008/layout/LinedList"/>
    <dgm:cxn modelId="{14D2917D-7FE4-4FBB-8237-3E991B0CD2DC}" type="presParOf" srcId="{70DBB3AE-C9B8-42E0-99E4-B5F159317782}" destId="{0EF7F3B0-7846-4C83-85ED-FDBEE63009FF}" srcOrd="6" destOrd="0" presId="urn:microsoft.com/office/officeart/2008/layout/LinedList"/>
    <dgm:cxn modelId="{74B4ED75-52D2-40FC-B59B-8E88407BAAF2}" type="presParOf" srcId="{70DBB3AE-C9B8-42E0-99E4-B5F159317782}" destId="{9799E036-1B7D-4C2A-B205-CD0F54E4C11D}" srcOrd="7" destOrd="0" presId="urn:microsoft.com/office/officeart/2008/layout/LinedList"/>
    <dgm:cxn modelId="{ABCB1A6F-997A-46AC-ACCB-0A0FBBDE0956}" type="presParOf" srcId="{9799E036-1B7D-4C2A-B205-CD0F54E4C11D}" destId="{0F0861E6-3871-401E-9513-330A8897F7E9}" srcOrd="0" destOrd="0" presId="urn:microsoft.com/office/officeart/2008/layout/LinedList"/>
    <dgm:cxn modelId="{DF906B30-8310-4704-90F6-28AA44E96A97}" type="presParOf" srcId="{9799E036-1B7D-4C2A-B205-CD0F54E4C11D}" destId="{768267CA-2E29-4521-B760-87B9DEF35180}" srcOrd="1" destOrd="0" presId="urn:microsoft.com/office/officeart/2008/layout/LinedList"/>
    <dgm:cxn modelId="{AF047860-5274-47E4-8E59-BCB8AD07E0EB}" type="presParOf" srcId="{70DBB3AE-C9B8-42E0-99E4-B5F159317782}" destId="{3501E2BC-24F6-4E53-BFB7-B76069462329}" srcOrd="8" destOrd="0" presId="urn:microsoft.com/office/officeart/2008/layout/LinedList"/>
    <dgm:cxn modelId="{38D255A4-CBDF-4B08-8BCA-01D471D10545}" type="presParOf" srcId="{70DBB3AE-C9B8-42E0-99E4-B5F159317782}" destId="{E7095AAD-86DF-4993-A1D3-C4E6F21D7F55}" srcOrd="9" destOrd="0" presId="urn:microsoft.com/office/officeart/2008/layout/LinedList"/>
    <dgm:cxn modelId="{278908B2-5791-4C84-9EBB-790A5378D97A}" type="presParOf" srcId="{E7095AAD-86DF-4993-A1D3-C4E6F21D7F55}" destId="{FCB625C0-0831-49C1-99A7-EA8A4C521341}" srcOrd="0" destOrd="0" presId="urn:microsoft.com/office/officeart/2008/layout/LinedList"/>
    <dgm:cxn modelId="{7C125DE6-2C9D-4076-AD61-734DA4408CE2}" type="presParOf" srcId="{E7095AAD-86DF-4993-A1D3-C4E6F21D7F55}" destId="{E493160A-C01A-454F-B512-21BCDE15EA61}" srcOrd="1" destOrd="0" presId="urn:microsoft.com/office/officeart/2008/layout/LinedList"/>
    <dgm:cxn modelId="{82C6A67B-9527-4A85-9A52-D408FA7D57D7}" type="presParOf" srcId="{70DBB3AE-C9B8-42E0-99E4-B5F159317782}" destId="{C5CD8BA5-F348-480C-BBB2-F1231F3BA403}" srcOrd="10" destOrd="0" presId="urn:microsoft.com/office/officeart/2008/layout/LinedList"/>
    <dgm:cxn modelId="{5881FC07-C178-4346-869E-C0F98E5A544D}" type="presParOf" srcId="{70DBB3AE-C9B8-42E0-99E4-B5F159317782}" destId="{3832447E-9473-4B6E-9147-DF2D3E80FCC4}" srcOrd="11" destOrd="0" presId="urn:microsoft.com/office/officeart/2008/layout/LinedList"/>
    <dgm:cxn modelId="{83E1E5C0-B502-4C5D-AB99-F21771AF0D8B}" type="presParOf" srcId="{3832447E-9473-4B6E-9147-DF2D3E80FCC4}" destId="{DCE9A882-2040-4F9E-98C9-F0CD2B878033}" srcOrd="0" destOrd="0" presId="urn:microsoft.com/office/officeart/2008/layout/LinedList"/>
    <dgm:cxn modelId="{9724C8A1-3006-4442-8193-0135B464BEDB}" type="presParOf" srcId="{3832447E-9473-4B6E-9147-DF2D3E80FCC4}" destId="{2E06C8C1-5CE9-4CA9-A02F-18A11303A1A2}" srcOrd="1" destOrd="0" presId="urn:microsoft.com/office/officeart/2008/layout/LinedList"/>
    <dgm:cxn modelId="{2FF41E80-2E96-4AA8-97A8-0F59396B29F3}" type="presParOf" srcId="{70DBB3AE-C9B8-42E0-99E4-B5F159317782}" destId="{C8AEC8D8-B650-4E45-879A-5A379B57D0D7}" srcOrd="12" destOrd="0" presId="urn:microsoft.com/office/officeart/2008/layout/LinedList"/>
    <dgm:cxn modelId="{F11C9CFD-3A07-457D-AF0E-59D5DC22776E}" type="presParOf" srcId="{70DBB3AE-C9B8-42E0-99E4-B5F159317782}" destId="{DC6EB6DE-E15A-4DC8-A1C5-D38741958567}" srcOrd="13" destOrd="0" presId="urn:microsoft.com/office/officeart/2008/layout/LinedList"/>
    <dgm:cxn modelId="{6FE9BF3B-4021-4B2B-8A9D-900132659F55}" type="presParOf" srcId="{DC6EB6DE-E15A-4DC8-A1C5-D38741958567}" destId="{6F8304E1-5752-498D-8B05-BB98CC6237E8}" srcOrd="0" destOrd="0" presId="urn:microsoft.com/office/officeart/2008/layout/LinedList"/>
    <dgm:cxn modelId="{F50B59A0-0724-4417-B014-8B6E5C171676}" type="presParOf" srcId="{DC6EB6DE-E15A-4DC8-A1C5-D38741958567}" destId="{E98E6034-ED88-495C-A321-9BC13D862791}" srcOrd="1" destOrd="0" presId="urn:microsoft.com/office/officeart/2008/layout/LinedList"/>
    <dgm:cxn modelId="{8D427187-6D9E-4AE7-A60C-4A3928382949}" type="presParOf" srcId="{70DBB3AE-C9B8-42E0-99E4-B5F159317782}" destId="{3875D24C-FDE8-4C9B-8E1F-4F7C01BD05D3}" srcOrd="14" destOrd="0" presId="urn:microsoft.com/office/officeart/2008/layout/LinedList"/>
    <dgm:cxn modelId="{847531FF-2582-4690-A13E-841E73E3328C}" type="presParOf" srcId="{70DBB3AE-C9B8-42E0-99E4-B5F159317782}" destId="{98F52A6C-74F0-42BD-9EF9-B30E6AD25692}" srcOrd="15" destOrd="0" presId="urn:microsoft.com/office/officeart/2008/layout/LinedList"/>
    <dgm:cxn modelId="{618136BE-E1DF-40C6-ABB9-E64CEB4C2BD4}" type="presParOf" srcId="{98F52A6C-74F0-42BD-9EF9-B30E6AD25692}" destId="{1CDDF378-F4F5-4DF0-B058-FCF3BAEBF414}" srcOrd="0" destOrd="0" presId="urn:microsoft.com/office/officeart/2008/layout/LinedList"/>
    <dgm:cxn modelId="{A481FDE9-36DC-481F-AF12-D91F0F6D1993}" type="presParOf" srcId="{98F52A6C-74F0-42BD-9EF9-B30E6AD25692}" destId="{163E1B9A-D004-46CF-902C-29566C1A2F7F}" srcOrd="1" destOrd="0" presId="urn:microsoft.com/office/officeart/2008/layout/LinedList"/>
    <dgm:cxn modelId="{15EA40CF-1F5E-46EF-9BC6-99F2BA7E05C1}" type="presParOf" srcId="{70DBB3AE-C9B8-42E0-99E4-B5F159317782}" destId="{12ABB084-5655-4182-8E5C-9DD2DD126D17}" srcOrd="16" destOrd="0" presId="urn:microsoft.com/office/officeart/2008/layout/LinedList"/>
    <dgm:cxn modelId="{F26ECECE-4477-45EE-869A-9F84F75CAE09}" type="presParOf" srcId="{70DBB3AE-C9B8-42E0-99E4-B5F159317782}" destId="{C7949DE6-E476-40A8-8BFF-B72581568451}" srcOrd="17" destOrd="0" presId="urn:microsoft.com/office/officeart/2008/layout/LinedList"/>
    <dgm:cxn modelId="{E3336B1A-1B65-4A14-9674-F91C18D0CA02}" type="presParOf" srcId="{C7949DE6-E476-40A8-8BFF-B72581568451}" destId="{C27F8B18-0430-4C70-9E94-288E3F87F557}" srcOrd="0" destOrd="0" presId="urn:microsoft.com/office/officeart/2008/layout/LinedList"/>
    <dgm:cxn modelId="{15FBD996-7378-4B54-A686-DF6575D1D0E7}" type="presParOf" srcId="{C7949DE6-E476-40A8-8BFF-B72581568451}" destId="{CD6307E5-CF50-442E-9717-AAAB005E3172}" srcOrd="1" destOrd="0" presId="urn:microsoft.com/office/officeart/2008/layout/LinedList"/>
    <dgm:cxn modelId="{CBDDE633-A824-4E93-AF2B-0AF19D0686C3}" type="presParOf" srcId="{70DBB3AE-C9B8-42E0-99E4-B5F159317782}" destId="{D6C37859-2739-42CD-9AC6-391C6AF9F5A1}" srcOrd="18" destOrd="0" presId="urn:microsoft.com/office/officeart/2008/layout/LinedList"/>
    <dgm:cxn modelId="{69A739A7-AC27-46EA-86E6-D7123E81E487}" type="presParOf" srcId="{70DBB3AE-C9B8-42E0-99E4-B5F159317782}" destId="{2B3A0EFE-BE87-4F9F-8EDD-78EFE26E8B87}" srcOrd="19" destOrd="0" presId="urn:microsoft.com/office/officeart/2008/layout/LinedList"/>
    <dgm:cxn modelId="{128DA390-EEC9-4AA3-94EB-F54778C2CF9C}" type="presParOf" srcId="{2B3A0EFE-BE87-4F9F-8EDD-78EFE26E8B87}" destId="{E5265EE7-8F78-4CC9-A1F9-B45A85500049}" srcOrd="0" destOrd="0" presId="urn:microsoft.com/office/officeart/2008/layout/LinedList"/>
    <dgm:cxn modelId="{10B008A4-C47B-46A0-BC59-09F2FB10B438}" type="presParOf" srcId="{2B3A0EFE-BE87-4F9F-8EDD-78EFE26E8B87}" destId="{76FA96FA-64AA-457C-8D6D-7F95DD05BA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B66BA5-A5D4-479C-870F-A4203BFB84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90D412-2495-46F7-AA4D-0907AD87B3A8}">
      <dgm:prSet/>
      <dgm:spPr/>
      <dgm:t>
        <a:bodyPr/>
        <a:lstStyle/>
        <a:p>
          <a:r>
            <a:rPr lang="en-US"/>
            <a:t>Automated Quality Enforcement:</a:t>
          </a:r>
        </a:p>
      </dgm:t>
    </dgm:pt>
    <dgm:pt modelId="{2668855C-2ED0-4B62-821E-422E7E563AC1}" type="parTrans" cxnId="{C341B598-9916-4B1A-ABCD-60AE63D30975}">
      <dgm:prSet/>
      <dgm:spPr/>
      <dgm:t>
        <a:bodyPr/>
        <a:lstStyle/>
        <a:p>
          <a:endParaRPr lang="en-US"/>
        </a:p>
      </dgm:t>
    </dgm:pt>
    <dgm:pt modelId="{40F07A5D-5A50-472D-8F49-95E2C9D1817D}" type="sibTrans" cxnId="{C341B598-9916-4B1A-ABCD-60AE63D30975}">
      <dgm:prSet/>
      <dgm:spPr/>
      <dgm:t>
        <a:bodyPr/>
        <a:lstStyle/>
        <a:p>
          <a:endParaRPr lang="en-US"/>
        </a:p>
      </dgm:t>
    </dgm:pt>
    <dgm:pt modelId="{CC428D4B-17AE-48E1-B9D3-C163091A4AF5}">
      <dgm:prSet/>
      <dgm:spPr/>
      <dgm:t>
        <a:bodyPr/>
        <a:lstStyle/>
        <a:p>
          <a:r>
            <a:rPr lang="en-US"/>
            <a:t>• Minimum 80% code coverage required</a:t>
          </a:r>
        </a:p>
      </dgm:t>
    </dgm:pt>
    <dgm:pt modelId="{7603C65D-4773-41D7-BF5C-5EE40AC371EB}" type="parTrans" cxnId="{951A0549-21FA-46EC-8062-09CBBC4AF402}">
      <dgm:prSet/>
      <dgm:spPr/>
      <dgm:t>
        <a:bodyPr/>
        <a:lstStyle/>
        <a:p>
          <a:endParaRPr lang="en-US"/>
        </a:p>
      </dgm:t>
    </dgm:pt>
    <dgm:pt modelId="{30E711F7-B26F-4570-BBD8-96A170E9A537}" type="sibTrans" cxnId="{951A0549-21FA-46EC-8062-09CBBC4AF402}">
      <dgm:prSet/>
      <dgm:spPr/>
      <dgm:t>
        <a:bodyPr/>
        <a:lstStyle/>
        <a:p>
          <a:endParaRPr lang="en-US"/>
        </a:p>
      </dgm:t>
    </dgm:pt>
    <dgm:pt modelId="{17DD3258-EC20-4E1C-B066-823B23053619}">
      <dgm:prSet/>
      <dgm:spPr/>
      <dgm:t>
        <a:bodyPr/>
        <a:lstStyle/>
        <a:p>
          <a:r>
            <a:rPr lang="en-US"/>
            <a:t>• All tests must pass before merge</a:t>
          </a:r>
        </a:p>
      </dgm:t>
    </dgm:pt>
    <dgm:pt modelId="{CFA3B297-E9E7-4B4D-B067-AB8BC3B98604}" type="parTrans" cxnId="{562BA984-9DFF-434C-8ABA-5E96C5842A6B}">
      <dgm:prSet/>
      <dgm:spPr/>
      <dgm:t>
        <a:bodyPr/>
        <a:lstStyle/>
        <a:p>
          <a:endParaRPr lang="en-US"/>
        </a:p>
      </dgm:t>
    </dgm:pt>
    <dgm:pt modelId="{0EEF5E01-78AB-47F1-B0FE-405CC3A5A4CC}" type="sibTrans" cxnId="{562BA984-9DFF-434C-8ABA-5E96C5842A6B}">
      <dgm:prSet/>
      <dgm:spPr/>
      <dgm:t>
        <a:bodyPr/>
        <a:lstStyle/>
        <a:p>
          <a:endParaRPr lang="en-US"/>
        </a:p>
      </dgm:t>
    </dgm:pt>
    <dgm:pt modelId="{DDF6602D-8A5E-4C94-A7D8-5CB436139BEF}">
      <dgm:prSet/>
      <dgm:spPr/>
      <dgm:t>
        <a:bodyPr/>
        <a:lstStyle/>
        <a:p>
          <a:r>
            <a:rPr lang="en-US"/>
            <a:t>• ESLint with zero errors policy</a:t>
          </a:r>
        </a:p>
      </dgm:t>
    </dgm:pt>
    <dgm:pt modelId="{9F4260B2-C6E5-4E97-98EC-E30ABF9FCD03}" type="parTrans" cxnId="{4F0DD75B-E171-4393-B774-63AA56D1087D}">
      <dgm:prSet/>
      <dgm:spPr/>
      <dgm:t>
        <a:bodyPr/>
        <a:lstStyle/>
        <a:p>
          <a:endParaRPr lang="en-US"/>
        </a:p>
      </dgm:t>
    </dgm:pt>
    <dgm:pt modelId="{3075E68B-B381-4372-A50A-F42A27F7E86E}" type="sibTrans" cxnId="{4F0DD75B-E171-4393-B774-63AA56D1087D}">
      <dgm:prSet/>
      <dgm:spPr/>
      <dgm:t>
        <a:bodyPr/>
        <a:lstStyle/>
        <a:p>
          <a:endParaRPr lang="en-US"/>
        </a:p>
      </dgm:t>
    </dgm:pt>
    <dgm:pt modelId="{CC82DF68-A5F7-42B3-B718-99F321D44C3D}">
      <dgm:prSet/>
      <dgm:spPr/>
      <dgm:t>
        <a:bodyPr/>
        <a:lstStyle/>
        <a:p>
          <a:r>
            <a:rPr lang="en-US"/>
            <a:t>• No high-severity security vulnerabilities</a:t>
          </a:r>
        </a:p>
      </dgm:t>
    </dgm:pt>
    <dgm:pt modelId="{00B82936-9A93-4A25-B19C-71BFB94E46A8}" type="parTrans" cxnId="{197CB392-7F4E-4E18-AD42-62FB08D274C4}">
      <dgm:prSet/>
      <dgm:spPr/>
      <dgm:t>
        <a:bodyPr/>
        <a:lstStyle/>
        <a:p>
          <a:endParaRPr lang="en-US"/>
        </a:p>
      </dgm:t>
    </dgm:pt>
    <dgm:pt modelId="{6C914EE7-15A9-446A-9749-A63A2D0FAED6}" type="sibTrans" cxnId="{197CB392-7F4E-4E18-AD42-62FB08D274C4}">
      <dgm:prSet/>
      <dgm:spPr/>
      <dgm:t>
        <a:bodyPr/>
        <a:lstStyle/>
        <a:p>
          <a:endParaRPr lang="en-US"/>
        </a:p>
      </dgm:t>
    </dgm:pt>
    <dgm:pt modelId="{C0097986-9361-49F1-A9B8-F14E3AF6A2D4}">
      <dgm:prSet/>
      <dgm:spPr/>
      <dgm:t>
        <a:bodyPr/>
        <a:lstStyle/>
        <a:p>
          <a:r>
            <a:rPr lang="en-US"/>
            <a:t>Coverage Reports:</a:t>
          </a:r>
        </a:p>
      </dgm:t>
    </dgm:pt>
    <dgm:pt modelId="{1890176B-4E89-42EF-B04A-75CCF1BDC0ED}" type="parTrans" cxnId="{B0C432CF-D88B-47CE-A9F3-9DF906E55764}">
      <dgm:prSet/>
      <dgm:spPr/>
      <dgm:t>
        <a:bodyPr/>
        <a:lstStyle/>
        <a:p>
          <a:endParaRPr lang="en-US"/>
        </a:p>
      </dgm:t>
    </dgm:pt>
    <dgm:pt modelId="{9EB817EA-11F9-4E53-8795-F0C101C04007}" type="sibTrans" cxnId="{B0C432CF-D88B-47CE-A9F3-9DF906E55764}">
      <dgm:prSet/>
      <dgm:spPr/>
      <dgm:t>
        <a:bodyPr/>
        <a:lstStyle/>
        <a:p>
          <a:endParaRPr lang="en-US"/>
        </a:p>
      </dgm:t>
    </dgm:pt>
    <dgm:pt modelId="{7D76F523-A98A-4F9A-AC05-346391898CE5}">
      <dgm:prSet/>
      <dgm:spPr/>
      <dgm:t>
        <a:bodyPr/>
        <a:lstStyle/>
        <a:p>
          <a:r>
            <a:rPr lang="en-US"/>
            <a:t>• Detailed line-by-line coverage</a:t>
          </a:r>
        </a:p>
      </dgm:t>
    </dgm:pt>
    <dgm:pt modelId="{F1FA0875-5DAF-4D0A-8091-897B22F5E47A}" type="parTrans" cxnId="{F68D9F3D-58BC-4234-96B5-3D392FFA04F2}">
      <dgm:prSet/>
      <dgm:spPr/>
      <dgm:t>
        <a:bodyPr/>
        <a:lstStyle/>
        <a:p>
          <a:endParaRPr lang="en-US"/>
        </a:p>
      </dgm:t>
    </dgm:pt>
    <dgm:pt modelId="{4C71E6F9-3803-4ABB-A6D7-98AE3DEF28DB}" type="sibTrans" cxnId="{F68D9F3D-58BC-4234-96B5-3D392FFA04F2}">
      <dgm:prSet/>
      <dgm:spPr/>
      <dgm:t>
        <a:bodyPr/>
        <a:lstStyle/>
        <a:p>
          <a:endParaRPr lang="en-US"/>
        </a:p>
      </dgm:t>
    </dgm:pt>
    <dgm:pt modelId="{C03B9D21-D64A-4148-9636-D8BD1332F4F4}">
      <dgm:prSet/>
      <dgm:spPr/>
      <dgm:t>
        <a:bodyPr/>
        <a:lstStyle/>
        <a:p>
          <a:r>
            <a:rPr lang="en-US"/>
            <a:t>• Branch coverage analysis</a:t>
          </a:r>
        </a:p>
      </dgm:t>
    </dgm:pt>
    <dgm:pt modelId="{73A9FCFE-7F40-4112-A9EB-3B532132350C}" type="parTrans" cxnId="{EFDCEE92-A9AA-4FD5-8FDB-F71D5A45E6EC}">
      <dgm:prSet/>
      <dgm:spPr/>
      <dgm:t>
        <a:bodyPr/>
        <a:lstStyle/>
        <a:p>
          <a:endParaRPr lang="en-US"/>
        </a:p>
      </dgm:t>
    </dgm:pt>
    <dgm:pt modelId="{8FE3EB16-963E-4238-9BA1-559F0739EB95}" type="sibTrans" cxnId="{EFDCEE92-A9AA-4FD5-8FDB-F71D5A45E6EC}">
      <dgm:prSet/>
      <dgm:spPr/>
      <dgm:t>
        <a:bodyPr/>
        <a:lstStyle/>
        <a:p>
          <a:endParaRPr lang="en-US"/>
        </a:p>
      </dgm:t>
    </dgm:pt>
    <dgm:pt modelId="{DCAF83D0-3E9F-4ED5-920E-0197B4C80847}">
      <dgm:prSet/>
      <dgm:spPr/>
      <dgm:t>
        <a:bodyPr/>
        <a:lstStyle/>
        <a:p>
          <a:r>
            <a:rPr lang="en-US"/>
            <a:t>• Historical trends tracking</a:t>
          </a:r>
        </a:p>
      </dgm:t>
    </dgm:pt>
    <dgm:pt modelId="{4D20520A-761F-45D7-8977-77D5E129F086}" type="parTrans" cxnId="{7A1EA48F-0D3D-47ED-8647-F4A554A6120A}">
      <dgm:prSet/>
      <dgm:spPr/>
      <dgm:t>
        <a:bodyPr/>
        <a:lstStyle/>
        <a:p>
          <a:endParaRPr lang="en-US"/>
        </a:p>
      </dgm:t>
    </dgm:pt>
    <dgm:pt modelId="{93250FF0-25D1-4DC6-88C4-507A58725EC9}" type="sibTrans" cxnId="{7A1EA48F-0D3D-47ED-8647-F4A554A6120A}">
      <dgm:prSet/>
      <dgm:spPr/>
      <dgm:t>
        <a:bodyPr/>
        <a:lstStyle/>
        <a:p>
          <a:endParaRPr lang="en-US"/>
        </a:p>
      </dgm:t>
    </dgm:pt>
    <dgm:pt modelId="{57D444BB-36FC-4E38-8358-560F20E6EDEA}">
      <dgm:prSet/>
      <dgm:spPr/>
      <dgm:t>
        <a:bodyPr/>
        <a:lstStyle/>
        <a:p>
          <a:r>
            <a:rPr lang="en-US"/>
            <a:t>Fail-fast approach saves time and resources</a:t>
          </a:r>
        </a:p>
      </dgm:t>
    </dgm:pt>
    <dgm:pt modelId="{A94A6C44-862F-4571-99F3-979256B3A61E}" type="parTrans" cxnId="{F68C7717-6E13-4C52-BAEA-12D96EF00246}">
      <dgm:prSet/>
      <dgm:spPr/>
      <dgm:t>
        <a:bodyPr/>
        <a:lstStyle/>
        <a:p>
          <a:endParaRPr lang="en-US"/>
        </a:p>
      </dgm:t>
    </dgm:pt>
    <dgm:pt modelId="{2FC0DD25-AAD2-40CD-AC0F-F47755B066BE}" type="sibTrans" cxnId="{F68C7717-6E13-4C52-BAEA-12D96EF00246}">
      <dgm:prSet/>
      <dgm:spPr/>
      <dgm:t>
        <a:bodyPr/>
        <a:lstStyle/>
        <a:p>
          <a:endParaRPr lang="en-US"/>
        </a:p>
      </dgm:t>
    </dgm:pt>
    <dgm:pt modelId="{DD6DA13F-0CB9-4BB9-87F0-3C81FF5DB0A9}" type="pres">
      <dgm:prSet presAssocID="{64B66BA5-A5D4-479C-870F-A4203BFB84E7}" presName="linear" presStyleCnt="0">
        <dgm:presLayoutVars>
          <dgm:animLvl val="lvl"/>
          <dgm:resizeHandles val="exact"/>
        </dgm:presLayoutVars>
      </dgm:prSet>
      <dgm:spPr/>
    </dgm:pt>
    <dgm:pt modelId="{02411E95-4301-40B0-BFD7-98C7BB880147}" type="pres">
      <dgm:prSet presAssocID="{5E90D412-2495-46F7-AA4D-0907AD87B3A8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2CCC732F-EC17-4781-9D46-77256024A133}" type="pres">
      <dgm:prSet presAssocID="{40F07A5D-5A50-472D-8F49-95E2C9D1817D}" presName="spacer" presStyleCnt="0"/>
      <dgm:spPr/>
    </dgm:pt>
    <dgm:pt modelId="{16FF5481-A3F8-4BA5-AEE8-B1190B11214A}" type="pres">
      <dgm:prSet presAssocID="{CC428D4B-17AE-48E1-B9D3-C163091A4AF5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EA152D19-814B-4223-8EE7-8AF4674DADAF}" type="pres">
      <dgm:prSet presAssocID="{30E711F7-B26F-4570-BBD8-96A170E9A537}" presName="spacer" presStyleCnt="0"/>
      <dgm:spPr/>
    </dgm:pt>
    <dgm:pt modelId="{572CE9E8-BB06-4466-B35E-702E2D944A0B}" type="pres">
      <dgm:prSet presAssocID="{17DD3258-EC20-4E1C-B066-823B2305361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589E80A7-043A-4F99-9CBA-347A6CFA4876}" type="pres">
      <dgm:prSet presAssocID="{0EEF5E01-78AB-47F1-B0FE-405CC3A5A4CC}" presName="spacer" presStyleCnt="0"/>
      <dgm:spPr/>
    </dgm:pt>
    <dgm:pt modelId="{79432161-B525-4F16-A558-7FE42AE3D2ED}" type="pres">
      <dgm:prSet presAssocID="{DDF6602D-8A5E-4C94-A7D8-5CB436139BEF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C908BD1-4C0E-49AB-BF7C-85427CE0EEF6}" type="pres">
      <dgm:prSet presAssocID="{3075E68B-B381-4372-A50A-F42A27F7E86E}" presName="spacer" presStyleCnt="0"/>
      <dgm:spPr/>
    </dgm:pt>
    <dgm:pt modelId="{816ECA20-659B-4464-BF58-92C2F7E9EF60}" type="pres">
      <dgm:prSet presAssocID="{CC82DF68-A5F7-42B3-B718-99F321D44C3D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4463BCA-D28A-42CB-81D1-89F0858FC0B4}" type="pres">
      <dgm:prSet presAssocID="{6C914EE7-15A9-446A-9749-A63A2D0FAED6}" presName="spacer" presStyleCnt="0"/>
      <dgm:spPr/>
    </dgm:pt>
    <dgm:pt modelId="{4AF78C01-68BE-4658-80F4-6CEE278A91AA}" type="pres">
      <dgm:prSet presAssocID="{C0097986-9361-49F1-A9B8-F14E3AF6A2D4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832E67A2-3AD3-465A-90D1-79E59A6F0BAB}" type="pres">
      <dgm:prSet presAssocID="{9EB817EA-11F9-4E53-8795-F0C101C04007}" presName="spacer" presStyleCnt="0"/>
      <dgm:spPr/>
    </dgm:pt>
    <dgm:pt modelId="{AD7363AC-87E6-4C9B-88B0-F8AC38C677F2}" type="pres">
      <dgm:prSet presAssocID="{7D76F523-A98A-4F9A-AC05-346391898CE5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132A05B9-ADBB-49EB-8387-84EB22A79B7B}" type="pres">
      <dgm:prSet presAssocID="{4C71E6F9-3803-4ABB-A6D7-98AE3DEF28DB}" presName="spacer" presStyleCnt="0"/>
      <dgm:spPr/>
    </dgm:pt>
    <dgm:pt modelId="{26DB1817-AB22-4A36-90C5-77942FACEEFE}" type="pres">
      <dgm:prSet presAssocID="{C03B9D21-D64A-4148-9636-D8BD1332F4F4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6063990B-96D6-4167-9437-74FCDD0585AA}" type="pres">
      <dgm:prSet presAssocID="{8FE3EB16-963E-4238-9BA1-559F0739EB95}" presName="spacer" presStyleCnt="0"/>
      <dgm:spPr/>
    </dgm:pt>
    <dgm:pt modelId="{EFDF5BF3-59A5-4B48-A1F1-E84C89E2B68A}" type="pres">
      <dgm:prSet presAssocID="{DCAF83D0-3E9F-4ED5-920E-0197B4C80847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8294DCBC-C3A9-446B-A5C7-B8F7404D6F5D}" type="pres">
      <dgm:prSet presAssocID="{93250FF0-25D1-4DC6-88C4-507A58725EC9}" presName="spacer" presStyleCnt="0"/>
      <dgm:spPr/>
    </dgm:pt>
    <dgm:pt modelId="{5C3BE236-6E49-40D9-8210-ACACCA70510C}" type="pres">
      <dgm:prSet presAssocID="{57D444BB-36FC-4E38-8358-560F20E6EDEA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F68C7717-6E13-4C52-BAEA-12D96EF00246}" srcId="{64B66BA5-A5D4-479C-870F-A4203BFB84E7}" destId="{57D444BB-36FC-4E38-8358-560F20E6EDEA}" srcOrd="9" destOrd="0" parTransId="{A94A6C44-862F-4571-99F3-979256B3A61E}" sibTransId="{2FC0DD25-AAD2-40CD-AC0F-F47755B066BE}"/>
    <dgm:cxn modelId="{2891BA1E-0362-4A3D-A0A6-3F1488AA4318}" type="presOf" srcId="{CC82DF68-A5F7-42B3-B718-99F321D44C3D}" destId="{816ECA20-659B-4464-BF58-92C2F7E9EF60}" srcOrd="0" destOrd="0" presId="urn:microsoft.com/office/officeart/2005/8/layout/vList2"/>
    <dgm:cxn modelId="{3C4A4120-7593-4129-A4E1-3CCE309A424D}" type="presOf" srcId="{DCAF83D0-3E9F-4ED5-920E-0197B4C80847}" destId="{EFDF5BF3-59A5-4B48-A1F1-E84C89E2B68A}" srcOrd="0" destOrd="0" presId="urn:microsoft.com/office/officeart/2005/8/layout/vList2"/>
    <dgm:cxn modelId="{F68D9F3D-58BC-4234-96B5-3D392FFA04F2}" srcId="{64B66BA5-A5D4-479C-870F-A4203BFB84E7}" destId="{7D76F523-A98A-4F9A-AC05-346391898CE5}" srcOrd="6" destOrd="0" parTransId="{F1FA0875-5DAF-4D0A-8091-897B22F5E47A}" sibTransId="{4C71E6F9-3803-4ABB-A6D7-98AE3DEF28DB}"/>
    <dgm:cxn modelId="{4F0DD75B-E171-4393-B774-63AA56D1087D}" srcId="{64B66BA5-A5D4-479C-870F-A4203BFB84E7}" destId="{DDF6602D-8A5E-4C94-A7D8-5CB436139BEF}" srcOrd="3" destOrd="0" parTransId="{9F4260B2-C6E5-4E97-98EC-E30ABF9FCD03}" sibTransId="{3075E68B-B381-4372-A50A-F42A27F7E86E}"/>
    <dgm:cxn modelId="{783D5C5F-9759-44A0-97E9-9965168A135E}" type="presOf" srcId="{C03B9D21-D64A-4148-9636-D8BD1332F4F4}" destId="{26DB1817-AB22-4A36-90C5-77942FACEEFE}" srcOrd="0" destOrd="0" presId="urn:microsoft.com/office/officeart/2005/8/layout/vList2"/>
    <dgm:cxn modelId="{951A0549-21FA-46EC-8062-09CBBC4AF402}" srcId="{64B66BA5-A5D4-479C-870F-A4203BFB84E7}" destId="{CC428D4B-17AE-48E1-B9D3-C163091A4AF5}" srcOrd="1" destOrd="0" parTransId="{7603C65D-4773-41D7-BF5C-5EE40AC371EB}" sibTransId="{30E711F7-B26F-4570-BBD8-96A170E9A537}"/>
    <dgm:cxn modelId="{7C014871-DDA3-48E9-85C8-F44E5CDEB68F}" type="presOf" srcId="{57D444BB-36FC-4E38-8358-560F20E6EDEA}" destId="{5C3BE236-6E49-40D9-8210-ACACCA70510C}" srcOrd="0" destOrd="0" presId="urn:microsoft.com/office/officeart/2005/8/layout/vList2"/>
    <dgm:cxn modelId="{C2827975-7E89-4732-A214-5140D712B019}" type="presOf" srcId="{CC428D4B-17AE-48E1-B9D3-C163091A4AF5}" destId="{16FF5481-A3F8-4BA5-AEE8-B1190B11214A}" srcOrd="0" destOrd="0" presId="urn:microsoft.com/office/officeart/2005/8/layout/vList2"/>
    <dgm:cxn modelId="{FBE47157-3308-4D32-A87E-C186004352A8}" type="presOf" srcId="{64B66BA5-A5D4-479C-870F-A4203BFB84E7}" destId="{DD6DA13F-0CB9-4BB9-87F0-3C81FF5DB0A9}" srcOrd="0" destOrd="0" presId="urn:microsoft.com/office/officeart/2005/8/layout/vList2"/>
    <dgm:cxn modelId="{457FF859-FA76-4C92-9B32-4B29B183A25C}" type="presOf" srcId="{17DD3258-EC20-4E1C-B066-823B23053619}" destId="{572CE9E8-BB06-4466-B35E-702E2D944A0B}" srcOrd="0" destOrd="0" presId="urn:microsoft.com/office/officeart/2005/8/layout/vList2"/>
    <dgm:cxn modelId="{562BA984-9DFF-434C-8ABA-5E96C5842A6B}" srcId="{64B66BA5-A5D4-479C-870F-A4203BFB84E7}" destId="{17DD3258-EC20-4E1C-B066-823B23053619}" srcOrd="2" destOrd="0" parTransId="{CFA3B297-E9E7-4B4D-B067-AB8BC3B98604}" sibTransId="{0EEF5E01-78AB-47F1-B0FE-405CC3A5A4CC}"/>
    <dgm:cxn modelId="{7A1EA48F-0D3D-47ED-8647-F4A554A6120A}" srcId="{64B66BA5-A5D4-479C-870F-A4203BFB84E7}" destId="{DCAF83D0-3E9F-4ED5-920E-0197B4C80847}" srcOrd="8" destOrd="0" parTransId="{4D20520A-761F-45D7-8977-77D5E129F086}" sibTransId="{93250FF0-25D1-4DC6-88C4-507A58725EC9}"/>
    <dgm:cxn modelId="{197CB392-7F4E-4E18-AD42-62FB08D274C4}" srcId="{64B66BA5-A5D4-479C-870F-A4203BFB84E7}" destId="{CC82DF68-A5F7-42B3-B718-99F321D44C3D}" srcOrd="4" destOrd="0" parTransId="{00B82936-9A93-4A25-B19C-71BFB94E46A8}" sibTransId="{6C914EE7-15A9-446A-9749-A63A2D0FAED6}"/>
    <dgm:cxn modelId="{EFDCEE92-A9AA-4FD5-8FDB-F71D5A45E6EC}" srcId="{64B66BA5-A5D4-479C-870F-A4203BFB84E7}" destId="{C03B9D21-D64A-4148-9636-D8BD1332F4F4}" srcOrd="7" destOrd="0" parTransId="{73A9FCFE-7F40-4112-A9EB-3B532132350C}" sibTransId="{8FE3EB16-963E-4238-9BA1-559F0739EB95}"/>
    <dgm:cxn modelId="{C341B598-9916-4B1A-ABCD-60AE63D30975}" srcId="{64B66BA5-A5D4-479C-870F-A4203BFB84E7}" destId="{5E90D412-2495-46F7-AA4D-0907AD87B3A8}" srcOrd="0" destOrd="0" parTransId="{2668855C-2ED0-4B62-821E-422E7E563AC1}" sibTransId="{40F07A5D-5A50-472D-8F49-95E2C9D1817D}"/>
    <dgm:cxn modelId="{87A045B9-67F0-4449-9583-67E66CD6F1CE}" type="presOf" srcId="{7D76F523-A98A-4F9A-AC05-346391898CE5}" destId="{AD7363AC-87E6-4C9B-88B0-F8AC38C677F2}" srcOrd="0" destOrd="0" presId="urn:microsoft.com/office/officeart/2005/8/layout/vList2"/>
    <dgm:cxn modelId="{412A08BA-748F-4AB9-B009-807452341803}" type="presOf" srcId="{DDF6602D-8A5E-4C94-A7D8-5CB436139BEF}" destId="{79432161-B525-4F16-A558-7FE42AE3D2ED}" srcOrd="0" destOrd="0" presId="urn:microsoft.com/office/officeart/2005/8/layout/vList2"/>
    <dgm:cxn modelId="{52A98AC1-C1F2-4D35-9138-440231B469D8}" type="presOf" srcId="{5E90D412-2495-46F7-AA4D-0907AD87B3A8}" destId="{02411E95-4301-40B0-BFD7-98C7BB880147}" srcOrd="0" destOrd="0" presId="urn:microsoft.com/office/officeart/2005/8/layout/vList2"/>
    <dgm:cxn modelId="{B0C432CF-D88B-47CE-A9F3-9DF906E55764}" srcId="{64B66BA5-A5D4-479C-870F-A4203BFB84E7}" destId="{C0097986-9361-49F1-A9B8-F14E3AF6A2D4}" srcOrd="5" destOrd="0" parTransId="{1890176B-4E89-42EF-B04A-75CCF1BDC0ED}" sibTransId="{9EB817EA-11F9-4E53-8795-F0C101C04007}"/>
    <dgm:cxn modelId="{5C30F4D9-4AC8-4516-A25A-A5A8D98BE02E}" type="presOf" srcId="{C0097986-9361-49F1-A9B8-F14E3AF6A2D4}" destId="{4AF78C01-68BE-4658-80F4-6CEE278A91AA}" srcOrd="0" destOrd="0" presId="urn:microsoft.com/office/officeart/2005/8/layout/vList2"/>
    <dgm:cxn modelId="{FE62E191-67AA-4995-B7E3-1151A7422403}" type="presParOf" srcId="{DD6DA13F-0CB9-4BB9-87F0-3C81FF5DB0A9}" destId="{02411E95-4301-40B0-BFD7-98C7BB880147}" srcOrd="0" destOrd="0" presId="urn:microsoft.com/office/officeart/2005/8/layout/vList2"/>
    <dgm:cxn modelId="{40208452-5706-46BE-AACF-48E3FD62867B}" type="presParOf" srcId="{DD6DA13F-0CB9-4BB9-87F0-3C81FF5DB0A9}" destId="{2CCC732F-EC17-4781-9D46-77256024A133}" srcOrd="1" destOrd="0" presId="urn:microsoft.com/office/officeart/2005/8/layout/vList2"/>
    <dgm:cxn modelId="{B8A00F17-CD27-45F6-8A8F-43DAC67489EE}" type="presParOf" srcId="{DD6DA13F-0CB9-4BB9-87F0-3C81FF5DB0A9}" destId="{16FF5481-A3F8-4BA5-AEE8-B1190B11214A}" srcOrd="2" destOrd="0" presId="urn:microsoft.com/office/officeart/2005/8/layout/vList2"/>
    <dgm:cxn modelId="{BF38F5F8-A68D-4E00-84DF-120677AABE44}" type="presParOf" srcId="{DD6DA13F-0CB9-4BB9-87F0-3C81FF5DB0A9}" destId="{EA152D19-814B-4223-8EE7-8AF4674DADAF}" srcOrd="3" destOrd="0" presId="urn:microsoft.com/office/officeart/2005/8/layout/vList2"/>
    <dgm:cxn modelId="{97E4F19B-430D-4DE1-99D5-B68157737DDD}" type="presParOf" srcId="{DD6DA13F-0CB9-4BB9-87F0-3C81FF5DB0A9}" destId="{572CE9E8-BB06-4466-B35E-702E2D944A0B}" srcOrd="4" destOrd="0" presId="urn:microsoft.com/office/officeart/2005/8/layout/vList2"/>
    <dgm:cxn modelId="{E5A9D4A9-C385-4477-9939-5CB705B6C385}" type="presParOf" srcId="{DD6DA13F-0CB9-4BB9-87F0-3C81FF5DB0A9}" destId="{589E80A7-043A-4F99-9CBA-347A6CFA4876}" srcOrd="5" destOrd="0" presId="urn:microsoft.com/office/officeart/2005/8/layout/vList2"/>
    <dgm:cxn modelId="{94D13BE6-218C-4F34-841F-A33341AF19F2}" type="presParOf" srcId="{DD6DA13F-0CB9-4BB9-87F0-3C81FF5DB0A9}" destId="{79432161-B525-4F16-A558-7FE42AE3D2ED}" srcOrd="6" destOrd="0" presId="urn:microsoft.com/office/officeart/2005/8/layout/vList2"/>
    <dgm:cxn modelId="{F886C488-BA72-43C5-A3A0-BFA22CC8636D}" type="presParOf" srcId="{DD6DA13F-0CB9-4BB9-87F0-3C81FF5DB0A9}" destId="{6C908BD1-4C0E-49AB-BF7C-85427CE0EEF6}" srcOrd="7" destOrd="0" presId="urn:microsoft.com/office/officeart/2005/8/layout/vList2"/>
    <dgm:cxn modelId="{B2D8045D-DF35-44B6-8DEA-D525814D1E0D}" type="presParOf" srcId="{DD6DA13F-0CB9-4BB9-87F0-3C81FF5DB0A9}" destId="{816ECA20-659B-4464-BF58-92C2F7E9EF60}" srcOrd="8" destOrd="0" presId="urn:microsoft.com/office/officeart/2005/8/layout/vList2"/>
    <dgm:cxn modelId="{E3307766-2BC2-4081-A4F5-867E571E2A83}" type="presParOf" srcId="{DD6DA13F-0CB9-4BB9-87F0-3C81FF5DB0A9}" destId="{94463BCA-D28A-42CB-81D1-89F0858FC0B4}" srcOrd="9" destOrd="0" presId="urn:microsoft.com/office/officeart/2005/8/layout/vList2"/>
    <dgm:cxn modelId="{41E60812-5183-40DB-B359-B891369B79D5}" type="presParOf" srcId="{DD6DA13F-0CB9-4BB9-87F0-3C81FF5DB0A9}" destId="{4AF78C01-68BE-4658-80F4-6CEE278A91AA}" srcOrd="10" destOrd="0" presId="urn:microsoft.com/office/officeart/2005/8/layout/vList2"/>
    <dgm:cxn modelId="{0F81EF23-8BEE-4531-95A8-6B6381959968}" type="presParOf" srcId="{DD6DA13F-0CB9-4BB9-87F0-3C81FF5DB0A9}" destId="{832E67A2-3AD3-465A-90D1-79E59A6F0BAB}" srcOrd="11" destOrd="0" presId="urn:microsoft.com/office/officeart/2005/8/layout/vList2"/>
    <dgm:cxn modelId="{D114CA11-C562-4C1C-9617-0D7B351EA901}" type="presParOf" srcId="{DD6DA13F-0CB9-4BB9-87F0-3C81FF5DB0A9}" destId="{AD7363AC-87E6-4C9B-88B0-F8AC38C677F2}" srcOrd="12" destOrd="0" presId="urn:microsoft.com/office/officeart/2005/8/layout/vList2"/>
    <dgm:cxn modelId="{36913B6C-C4EF-49ED-BA29-DC737ED243E8}" type="presParOf" srcId="{DD6DA13F-0CB9-4BB9-87F0-3C81FF5DB0A9}" destId="{132A05B9-ADBB-49EB-8387-84EB22A79B7B}" srcOrd="13" destOrd="0" presId="urn:microsoft.com/office/officeart/2005/8/layout/vList2"/>
    <dgm:cxn modelId="{B0C30C87-31DD-4241-841A-5285B5658020}" type="presParOf" srcId="{DD6DA13F-0CB9-4BB9-87F0-3C81FF5DB0A9}" destId="{26DB1817-AB22-4A36-90C5-77942FACEEFE}" srcOrd="14" destOrd="0" presId="urn:microsoft.com/office/officeart/2005/8/layout/vList2"/>
    <dgm:cxn modelId="{33A06AFA-2B57-4DA9-AD82-A166DF7567EC}" type="presParOf" srcId="{DD6DA13F-0CB9-4BB9-87F0-3C81FF5DB0A9}" destId="{6063990B-96D6-4167-9437-74FCDD0585AA}" srcOrd="15" destOrd="0" presId="urn:microsoft.com/office/officeart/2005/8/layout/vList2"/>
    <dgm:cxn modelId="{3C9D2AB8-BE50-4B50-9BE6-16B6F7DD61A0}" type="presParOf" srcId="{DD6DA13F-0CB9-4BB9-87F0-3C81FF5DB0A9}" destId="{EFDF5BF3-59A5-4B48-A1F1-E84C89E2B68A}" srcOrd="16" destOrd="0" presId="urn:microsoft.com/office/officeart/2005/8/layout/vList2"/>
    <dgm:cxn modelId="{B2454053-47AF-452D-95A0-CA1E08874A43}" type="presParOf" srcId="{DD6DA13F-0CB9-4BB9-87F0-3C81FF5DB0A9}" destId="{8294DCBC-C3A9-446B-A5C7-B8F7404D6F5D}" srcOrd="17" destOrd="0" presId="urn:microsoft.com/office/officeart/2005/8/layout/vList2"/>
    <dgm:cxn modelId="{C6AEE199-28D6-449B-BAE7-6BFE08442335}" type="presParOf" srcId="{DD6DA13F-0CB9-4BB9-87F0-3C81FF5DB0A9}" destId="{5C3BE236-6E49-40D9-8210-ACACCA70510C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260C54-22AC-4F13-8C77-9FC50F7123A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3F290-ED9A-42F6-BDCF-E540E55398E8}">
      <dgm:prSet/>
      <dgm:spPr/>
      <dgm:t>
        <a:bodyPr/>
        <a:lstStyle/>
        <a:p>
          <a:r>
            <a:rPr lang="en-US"/>
            <a:t>Organized Test Directory:</a:t>
          </a:r>
        </a:p>
      </dgm:t>
    </dgm:pt>
    <dgm:pt modelId="{68C69A94-BA9A-4558-B171-6F689F2B3218}" type="parTrans" cxnId="{4277D7D3-213D-4D4F-BE0B-44FC4478B605}">
      <dgm:prSet/>
      <dgm:spPr/>
      <dgm:t>
        <a:bodyPr/>
        <a:lstStyle/>
        <a:p>
          <a:endParaRPr lang="en-US"/>
        </a:p>
      </dgm:t>
    </dgm:pt>
    <dgm:pt modelId="{AF0B7B7D-A995-48CE-BE00-8750BC0D298B}" type="sibTrans" cxnId="{4277D7D3-213D-4D4F-BE0B-44FC4478B605}">
      <dgm:prSet/>
      <dgm:spPr/>
      <dgm:t>
        <a:bodyPr/>
        <a:lstStyle/>
        <a:p>
          <a:endParaRPr lang="en-US"/>
        </a:p>
      </dgm:t>
    </dgm:pt>
    <dgm:pt modelId="{CA69125D-DF1D-42E3-9034-5E437CC1D117}">
      <dgm:prSet/>
      <dgm:spPr/>
      <dgm:t>
        <a:bodyPr/>
        <a:lstStyle/>
        <a:p>
          <a:r>
            <a:rPr lang="en-US"/>
            <a:t>/tests</a:t>
          </a:r>
        </a:p>
      </dgm:t>
    </dgm:pt>
    <dgm:pt modelId="{354EAAA6-7A0B-468D-BF5C-9BF384C8CF5F}" type="parTrans" cxnId="{67ABC797-A3DC-4B3D-B58B-949B0E354F90}">
      <dgm:prSet/>
      <dgm:spPr/>
      <dgm:t>
        <a:bodyPr/>
        <a:lstStyle/>
        <a:p>
          <a:endParaRPr lang="en-US"/>
        </a:p>
      </dgm:t>
    </dgm:pt>
    <dgm:pt modelId="{73674D65-8D53-493E-AA59-E5C4D6BA4353}" type="sibTrans" cxnId="{67ABC797-A3DC-4B3D-B58B-949B0E354F90}">
      <dgm:prSet/>
      <dgm:spPr/>
      <dgm:t>
        <a:bodyPr/>
        <a:lstStyle/>
        <a:p>
          <a:endParaRPr lang="en-US"/>
        </a:p>
      </dgm:t>
    </dgm:pt>
    <dgm:pt modelId="{C40C371C-0991-4400-B254-8F8C1587F771}">
      <dgm:prSet/>
      <dgm:spPr/>
      <dgm:t>
        <a:bodyPr/>
        <a:lstStyle/>
        <a:p>
          <a:r>
            <a:rPr lang="en-US"/>
            <a:t>/unit - Component &amp; function tests</a:t>
          </a:r>
        </a:p>
      </dgm:t>
    </dgm:pt>
    <dgm:pt modelId="{51EEDD3D-0D32-4D69-B838-7C9EA87C2CDB}" type="parTrans" cxnId="{16597C01-42C1-4A4F-94E2-FD8274015750}">
      <dgm:prSet/>
      <dgm:spPr/>
      <dgm:t>
        <a:bodyPr/>
        <a:lstStyle/>
        <a:p>
          <a:endParaRPr lang="en-US"/>
        </a:p>
      </dgm:t>
    </dgm:pt>
    <dgm:pt modelId="{BA745C08-05AA-483B-A5C4-E7567A745CBE}" type="sibTrans" cxnId="{16597C01-42C1-4A4F-94E2-FD8274015750}">
      <dgm:prSet/>
      <dgm:spPr/>
      <dgm:t>
        <a:bodyPr/>
        <a:lstStyle/>
        <a:p>
          <a:endParaRPr lang="en-US"/>
        </a:p>
      </dgm:t>
    </dgm:pt>
    <dgm:pt modelId="{28261568-981F-4D93-A66F-A478E0268F28}">
      <dgm:prSet/>
      <dgm:spPr/>
      <dgm:t>
        <a:bodyPr/>
        <a:lstStyle/>
        <a:p>
          <a:r>
            <a:rPr lang="en-US"/>
            <a:t>/integration - API &amp; database tests</a:t>
          </a:r>
        </a:p>
      </dgm:t>
    </dgm:pt>
    <dgm:pt modelId="{A9E369AE-BB70-4956-9A0E-F799D6F6867B}" type="parTrans" cxnId="{9421D19F-36CF-4926-A55F-ADFACF9D56DB}">
      <dgm:prSet/>
      <dgm:spPr/>
      <dgm:t>
        <a:bodyPr/>
        <a:lstStyle/>
        <a:p>
          <a:endParaRPr lang="en-US"/>
        </a:p>
      </dgm:t>
    </dgm:pt>
    <dgm:pt modelId="{B7D1A057-F647-4420-B3BC-FEBFB0A81542}" type="sibTrans" cxnId="{9421D19F-36CF-4926-A55F-ADFACF9D56DB}">
      <dgm:prSet/>
      <dgm:spPr/>
      <dgm:t>
        <a:bodyPr/>
        <a:lstStyle/>
        <a:p>
          <a:endParaRPr lang="en-US"/>
        </a:p>
      </dgm:t>
    </dgm:pt>
    <dgm:pt modelId="{CECE1484-8635-46C4-9C55-A67DDE0ECFEC}">
      <dgm:prSet/>
      <dgm:spPr/>
      <dgm:t>
        <a:bodyPr/>
        <a:lstStyle/>
        <a:p>
          <a:r>
            <a:rPr lang="en-US"/>
            <a:t>/e2e - Cypress end-to-end tests</a:t>
          </a:r>
        </a:p>
      </dgm:t>
    </dgm:pt>
    <dgm:pt modelId="{4CFEAC85-2F24-4FFF-BDE1-55E7CF749A9B}" type="parTrans" cxnId="{BE7B2348-509E-4489-B9FB-69975132E741}">
      <dgm:prSet/>
      <dgm:spPr/>
      <dgm:t>
        <a:bodyPr/>
        <a:lstStyle/>
        <a:p>
          <a:endParaRPr lang="en-US"/>
        </a:p>
      </dgm:t>
    </dgm:pt>
    <dgm:pt modelId="{C906B5D5-E924-4F7A-8E87-ECEC23DE5B4C}" type="sibTrans" cxnId="{BE7B2348-509E-4489-B9FB-69975132E741}">
      <dgm:prSet/>
      <dgm:spPr/>
      <dgm:t>
        <a:bodyPr/>
        <a:lstStyle/>
        <a:p>
          <a:endParaRPr lang="en-US"/>
        </a:p>
      </dgm:t>
    </dgm:pt>
    <dgm:pt modelId="{FF9975D0-F1ED-4208-A67E-E8446230C81A}">
      <dgm:prSet/>
      <dgm:spPr/>
      <dgm:t>
        <a:bodyPr/>
        <a:lstStyle/>
        <a:p>
          <a:r>
            <a:rPr lang="en-US"/>
            <a:t>/fixtures - Test data files</a:t>
          </a:r>
        </a:p>
      </dgm:t>
    </dgm:pt>
    <dgm:pt modelId="{286E969F-E090-46A9-925B-667B8636C6F9}" type="parTrans" cxnId="{AAF79480-F924-417D-A27A-BD8B10DCA6EA}">
      <dgm:prSet/>
      <dgm:spPr/>
      <dgm:t>
        <a:bodyPr/>
        <a:lstStyle/>
        <a:p>
          <a:endParaRPr lang="en-US"/>
        </a:p>
      </dgm:t>
    </dgm:pt>
    <dgm:pt modelId="{ACE4564A-0346-40D0-A925-B159A8823CBF}" type="sibTrans" cxnId="{AAF79480-F924-417D-A27A-BD8B10DCA6EA}">
      <dgm:prSet/>
      <dgm:spPr/>
      <dgm:t>
        <a:bodyPr/>
        <a:lstStyle/>
        <a:p>
          <a:endParaRPr lang="en-US"/>
        </a:p>
      </dgm:t>
    </dgm:pt>
    <dgm:pt modelId="{AA6DA003-354E-48EE-9037-2477799CA930}">
      <dgm:prSet/>
      <dgm:spPr/>
      <dgm:t>
        <a:bodyPr/>
        <a:lstStyle/>
        <a:p>
          <a:r>
            <a:rPr lang="en-US"/>
            <a:t>/helpers - Utility functions</a:t>
          </a:r>
        </a:p>
      </dgm:t>
    </dgm:pt>
    <dgm:pt modelId="{34222809-C31B-46D4-BE02-117F59D1E0C4}" type="parTrans" cxnId="{770D1B82-2EC9-43BF-9BF8-C4CA0F1DB06A}">
      <dgm:prSet/>
      <dgm:spPr/>
      <dgm:t>
        <a:bodyPr/>
        <a:lstStyle/>
        <a:p>
          <a:endParaRPr lang="en-US"/>
        </a:p>
      </dgm:t>
    </dgm:pt>
    <dgm:pt modelId="{88667086-6779-411B-92E1-8F32815B318A}" type="sibTrans" cxnId="{770D1B82-2EC9-43BF-9BF8-C4CA0F1DB06A}">
      <dgm:prSet/>
      <dgm:spPr/>
      <dgm:t>
        <a:bodyPr/>
        <a:lstStyle/>
        <a:p>
          <a:endParaRPr lang="en-US"/>
        </a:p>
      </dgm:t>
    </dgm:pt>
    <dgm:pt modelId="{894B9AB2-1849-4707-8712-D302B25A2A0F}">
      <dgm:prSet/>
      <dgm:spPr/>
      <dgm:t>
        <a:bodyPr/>
        <a:lstStyle/>
        <a:p>
          <a:r>
            <a:rPr lang="en-US"/>
            <a:t>/mocks - Mock factories</a:t>
          </a:r>
        </a:p>
      </dgm:t>
    </dgm:pt>
    <dgm:pt modelId="{6A51C6B7-4B72-4805-9548-0A1B8C0B7FB8}" type="parTrans" cxnId="{B2B357A5-EE9F-4BFF-8B38-F1EE8A221CFE}">
      <dgm:prSet/>
      <dgm:spPr/>
      <dgm:t>
        <a:bodyPr/>
        <a:lstStyle/>
        <a:p>
          <a:endParaRPr lang="en-US"/>
        </a:p>
      </dgm:t>
    </dgm:pt>
    <dgm:pt modelId="{DC0CEEFF-39E3-4A14-8CE6-6610602DE977}" type="sibTrans" cxnId="{B2B357A5-EE9F-4BFF-8B38-F1EE8A221CFE}">
      <dgm:prSet/>
      <dgm:spPr/>
      <dgm:t>
        <a:bodyPr/>
        <a:lstStyle/>
        <a:p>
          <a:endParaRPr lang="en-US"/>
        </a:p>
      </dgm:t>
    </dgm:pt>
    <dgm:pt modelId="{1074E7A6-9B7B-4148-9CDF-178C2841BA06}">
      <dgm:prSet/>
      <dgm:spPr/>
      <dgm:t>
        <a:bodyPr/>
        <a:lstStyle/>
        <a:p>
          <a:r>
            <a:rPr lang="en-US"/>
            <a:t>Configuration Files:</a:t>
          </a:r>
        </a:p>
      </dgm:t>
    </dgm:pt>
    <dgm:pt modelId="{06C476F0-20CA-4E63-BA96-E5F804A6E0C0}" type="parTrans" cxnId="{13904190-8C87-4094-BC29-114A5A12DDDA}">
      <dgm:prSet/>
      <dgm:spPr/>
      <dgm:t>
        <a:bodyPr/>
        <a:lstStyle/>
        <a:p>
          <a:endParaRPr lang="en-US"/>
        </a:p>
      </dgm:t>
    </dgm:pt>
    <dgm:pt modelId="{E61F3FB6-2B3F-44A2-B120-A7DB7965E46D}" type="sibTrans" cxnId="{13904190-8C87-4094-BC29-114A5A12DDDA}">
      <dgm:prSet/>
      <dgm:spPr/>
      <dgm:t>
        <a:bodyPr/>
        <a:lstStyle/>
        <a:p>
          <a:endParaRPr lang="en-US"/>
        </a:p>
      </dgm:t>
    </dgm:pt>
    <dgm:pt modelId="{C1E567D0-0DD4-4752-A613-1278B277DF53}">
      <dgm:prSet/>
      <dgm:spPr/>
      <dgm:t>
        <a:bodyPr/>
        <a:lstStyle/>
        <a:p>
          <a:r>
            <a:rPr lang="en-US"/>
            <a:t>jest.config.js, cypress.config.js, .env.test</a:t>
          </a:r>
        </a:p>
      </dgm:t>
    </dgm:pt>
    <dgm:pt modelId="{25F39063-F949-42B4-97BA-EC47D76E7C91}" type="parTrans" cxnId="{9CD0413C-1C24-4604-B622-8476B82AC2E2}">
      <dgm:prSet/>
      <dgm:spPr/>
      <dgm:t>
        <a:bodyPr/>
        <a:lstStyle/>
        <a:p>
          <a:endParaRPr lang="en-US"/>
        </a:p>
      </dgm:t>
    </dgm:pt>
    <dgm:pt modelId="{86630163-DE2D-49A3-BC26-2E83BE6790A0}" type="sibTrans" cxnId="{9CD0413C-1C24-4604-B622-8476B82AC2E2}">
      <dgm:prSet/>
      <dgm:spPr/>
      <dgm:t>
        <a:bodyPr/>
        <a:lstStyle/>
        <a:p>
          <a:endParaRPr lang="en-US"/>
        </a:p>
      </dgm:t>
    </dgm:pt>
    <dgm:pt modelId="{8BAE6639-6D4C-499D-A10C-ADC6DA7818C8}">
      <dgm:prSet/>
      <dgm:spPr/>
      <dgm:t>
        <a:bodyPr/>
        <a:lstStyle/>
        <a:p>
          <a:r>
            <a:rPr lang="en-US"/>
            <a:t>GitHub Actions workflow in .github/workflows/</a:t>
          </a:r>
        </a:p>
      </dgm:t>
    </dgm:pt>
    <dgm:pt modelId="{3D124186-9689-4CF7-A0C6-44F49E81A99B}" type="parTrans" cxnId="{A19F87F3-0B0A-4075-8CD7-C17FA0C42732}">
      <dgm:prSet/>
      <dgm:spPr/>
      <dgm:t>
        <a:bodyPr/>
        <a:lstStyle/>
        <a:p>
          <a:endParaRPr lang="en-US"/>
        </a:p>
      </dgm:t>
    </dgm:pt>
    <dgm:pt modelId="{0899A8FA-4936-479B-B822-164B8FF95F12}" type="sibTrans" cxnId="{A19F87F3-0B0A-4075-8CD7-C17FA0C42732}">
      <dgm:prSet/>
      <dgm:spPr/>
      <dgm:t>
        <a:bodyPr/>
        <a:lstStyle/>
        <a:p>
          <a:endParaRPr lang="en-US"/>
        </a:p>
      </dgm:t>
    </dgm:pt>
    <dgm:pt modelId="{11BC8B19-5F9D-4B67-9332-247CD059F8A5}" type="pres">
      <dgm:prSet presAssocID="{1E260C54-22AC-4F13-8C77-9FC50F7123AA}" presName="diagram" presStyleCnt="0">
        <dgm:presLayoutVars>
          <dgm:dir/>
          <dgm:resizeHandles val="exact"/>
        </dgm:presLayoutVars>
      </dgm:prSet>
      <dgm:spPr/>
    </dgm:pt>
    <dgm:pt modelId="{B711E1F9-8EBF-4B3E-93F9-6FE3E9ED7687}" type="pres">
      <dgm:prSet presAssocID="{A2E3F290-ED9A-42F6-BDCF-E540E55398E8}" presName="node" presStyleLbl="node1" presStyleIdx="0" presStyleCnt="11">
        <dgm:presLayoutVars>
          <dgm:bulletEnabled val="1"/>
        </dgm:presLayoutVars>
      </dgm:prSet>
      <dgm:spPr/>
    </dgm:pt>
    <dgm:pt modelId="{2105C6CC-49F6-4D92-B3FD-0DA984C0AEAB}" type="pres">
      <dgm:prSet presAssocID="{AF0B7B7D-A995-48CE-BE00-8750BC0D298B}" presName="sibTrans" presStyleCnt="0"/>
      <dgm:spPr/>
    </dgm:pt>
    <dgm:pt modelId="{04E5C3D2-B247-490A-85CA-7DC55A7C21A9}" type="pres">
      <dgm:prSet presAssocID="{CA69125D-DF1D-42E3-9034-5E437CC1D117}" presName="node" presStyleLbl="node1" presStyleIdx="1" presStyleCnt="11">
        <dgm:presLayoutVars>
          <dgm:bulletEnabled val="1"/>
        </dgm:presLayoutVars>
      </dgm:prSet>
      <dgm:spPr/>
    </dgm:pt>
    <dgm:pt modelId="{10548865-E11D-4309-9D4E-27D4DDB71E9A}" type="pres">
      <dgm:prSet presAssocID="{73674D65-8D53-493E-AA59-E5C4D6BA4353}" presName="sibTrans" presStyleCnt="0"/>
      <dgm:spPr/>
    </dgm:pt>
    <dgm:pt modelId="{A2F964B6-620F-4165-9078-F3E0837366B2}" type="pres">
      <dgm:prSet presAssocID="{C40C371C-0991-4400-B254-8F8C1587F771}" presName="node" presStyleLbl="node1" presStyleIdx="2" presStyleCnt="11">
        <dgm:presLayoutVars>
          <dgm:bulletEnabled val="1"/>
        </dgm:presLayoutVars>
      </dgm:prSet>
      <dgm:spPr/>
    </dgm:pt>
    <dgm:pt modelId="{64BB71E8-ADFE-450B-BD29-5EEC8938A32E}" type="pres">
      <dgm:prSet presAssocID="{BA745C08-05AA-483B-A5C4-E7567A745CBE}" presName="sibTrans" presStyleCnt="0"/>
      <dgm:spPr/>
    </dgm:pt>
    <dgm:pt modelId="{93630902-276C-4953-891C-913393B5D896}" type="pres">
      <dgm:prSet presAssocID="{28261568-981F-4D93-A66F-A478E0268F28}" presName="node" presStyleLbl="node1" presStyleIdx="3" presStyleCnt="11">
        <dgm:presLayoutVars>
          <dgm:bulletEnabled val="1"/>
        </dgm:presLayoutVars>
      </dgm:prSet>
      <dgm:spPr/>
    </dgm:pt>
    <dgm:pt modelId="{830E5B98-EEC5-49DB-8CA7-A89789A94107}" type="pres">
      <dgm:prSet presAssocID="{B7D1A057-F647-4420-B3BC-FEBFB0A81542}" presName="sibTrans" presStyleCnt="0"/>
      <dgm:spPr/>
    </dgm:pt>
    <dgm:pt modelId="{86E8D074-18E5-467A-AD66-EBF954189A71}" type="pres">
      <dgm:prSet presAssocID="{CECE1484-8635-46C4-9C55-A67DDE0ECFEC}" presName="node" presStyleLbl="node1" presStyleIdx="4" presStyleCnt="11">
        <dgm:presLayoutVars>
          <dgm:bulletEnabled val="1"/>
        </dgm:presLayoutVars>
      </dgm:prSet>
      <dgm:spPr/>
    </dgm:pt>
    <dgm:pt modelId="{E69A643B-018C-47C3-8A85-6E7A94526E64}" type="pres">
      <dgm:prSet presAssocID="{C906B5D5-E924-4F7A-8E87-ECEC23DE5B4C}" presName="sibTrans" presStyleCnt="0"/>
      <dgm:spPr/>
    </dgm:pt>
    <dgm:pt modelId="{1FE8B13C-9EB5-44FB-9CD6-40C91F077E99}" type="pres">
      <dgm:prSet presAssocID="{FF9975D0-F1ED-4208-A67E-E8446230C81A}" presName="node" presStyleLbl="node1" presStyleIdx="5" presStyleCnt="11">
        <dgm:presLayoutVars>
          <dgm:bulletEnabled val="1"/>
        </dgm:presLayoutVars>
      </dgm:prSet>
      <dgm:spPr/>
    </dgm:pt>
    <dgm:pt modelId="{D8810CAA-6162-4EE1-A2C6-F45305F28E6F}" type="pres">
      <dgm:prSet presAssocID="{ACE4564A-0346-40D0-A925-B159A8823CBF}" presName="sibTrans" presStyleCnt="0"/>
      <dgm:spPr/>
    </dgm:pt>
    <dgm:pt modelId="{2528FD30-CBD1-46F3-B654-22A92CE11C47}" type="pres">
      <dgm:prSet presAssocID="{AA6DA003-354E-48EE-9037-2477799CA930}" presName="node" presStyleLbl="node1" presStyleIdx="6" presStyleCnt="11">
        <dgm:presLayoutVars>
          <dgm:bulletEnabled val="1"/>
        </dgm:presLayoutVars>
      </dgm:prSet>
      <dgm:spPr/>
    </dgm:pt>
    <dgm:pt modelId="{4D002E35-F993-4771-AB7D-A6432FF0345F}" type="pres">
      <dgm:prSet presAssocID="{88667086-6779-411B-92E1-8F32815B318A}" presName="sibTrans" presStyleCnt="0"/>
      <dgm:spPr/>
    </dgm:pt>
    <dgm:pt modelId="{C314BD29-1106-4B37-862A-813D5997F714}" type="pres">
      <dgm:prSet presAssocID="{894B9AB2-1849-4707-8712-D302B25A2A0F}" presName="node" presStyleLbl="node1" presStyleIdx="7" presStyleCnt="11">
        <dgm:presLayoutVars>
          <dgm:bulletEnabled val="1"/>
        </dgm:presLayoutVars>
      </dgm:prSet>
      <dgm:spPr/>
    </dgm:pt>
    <dgm:pt modelId="{00D17C65-DCED-4D28-BA55-7075CF767DC1}" type="pres">
      <dgm:prSet presAssocID="{DC0CEEFF-39E3-4A14-8CE6-6610602DE977}" presName="sibTrans" presStyleCnt="0"/>
      <dgm:spPr/>
    </dgm:pt>
    <dgm:pt modelId="{BE2B16DA-B050-44AC-A67D-9AC2AB698285}" type="pres">
      <dgm:prSet presAssocID="{1074E7A6-9B7B-4148-9CDF-178C2841BA06}" presName="node" presStyleLbl="node1" presStyleIdx="8" presStyleCnt="11">
        <dgm:presLayoutVars>
          <dgm:bulletEnabled val="1"/>
        </dgm:presLayoutVars>
      </dgm:prSet>
      <dgm:spPr/>
    </dgm:pt>
    <dgm:pt modelId="{75E8E4D0-CF7A-4DA8-8816-5DEFA67A3351}" type="pres">
      <dgm:prSet presAssocID="{E61F3FB6-2B3F-44A2-B120-A7DB7965E46D}" presName="sibTrans" presStyleCnt="0"/>
      <dgm:spPr/>
    </dgm:pt>
    <dgm:pt modelId="{5BCF27FB-174D-4E50-9868-56BA6AE58919}" type="pres">
      <dgm:prSet presAssocID="{C1E567D0-0DD4-4752-A613-1278B277DF53}" presName="node" presStyleLbl="node1" presStyleIdx="9" presStyleCnt="11">
        <dgm:presLayoutVars>
          <dgm:bulletEnabled val="1"/>
        </dgm:presLayoutVars>
      </dgm:prSet>
      <dgm:spPr/>
    </dgm:pt>
    <dgm:pt modelId="{A30A551E-2521-4AAB-9343-FF999FDAE946}" type="pres">
      <dgm:prSet presAssocID="{86630163-DE2D-49A3-BC26-2E83BE6790A0}" presName="sibTrans" presStyleCnt="0"/>
      <dgm:spPr/>
    </dgm:pt>
    <dgm:pt modelId="{B6B65C73-FCCD-4A1C-8A7F-E5D0EE6597EC}" type="pres">
      <dgm:prSet presAssocID="{8BAE6639-6D4C-499D-A10C-ADC6DA7818C8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6597C01-42C1-4A4F-94E2-FD8274015750}" srcId="{1E260C54-22AC-4F13-8C77-9FC50F7123AA}" destId="{C40C371C-0991-4400-B254-8F8C1587F771}" srcOrd="2" destOrd="0" parTransId="{51EEDD3D-0D32-4D69-B838-7C9EA87C2CDB}" sibTransId="{BA745C08-05AA-483B-A5C4-E7567A745CBE}"/>
    <dgm:cxn modelId="{D38FFB06-5379-4462-9CDD-9F8509922884}" type="presOf" srcId="{28261568-981F-4D93-A66F-A478E0268F28}" destId="{93630902-276C-4953-891C-913393B5D896}" srcOrd="0" destOrd="0" presId="urn:microsoft.com/office/officeart/2005/8/layout/default"/>
    <dgm:cxn modelId="{BE4B5A18-FA08-40FE-9927-5E5D312A06F5}" type="presOf" srcId="{FF9975D0-F1ED-4208-A67E-E8446230C81A}" destId="{1FE8B13C-9EB5-44FB-9CD6-40C91F077E99}" srcOrd="0" destOrd="0" presId="urn:microsoft.com/office/officeart/2005/8/layout/default"/>
    <dgm:cxn modelId="{34D82733-0244-45D5-8E61-D9FDFEF62160}" type="presOf" srcId="{894B9AB2-1849-4707-8712-D302B25A2A0F}" destId="{C314BD29-1106-4B37-862A-813D5997F714}" srcOrd="0" destOrd="0" presId="urn:microsoft.com/office/officeart/2005/8/layout/default"/>
    <dgm:cxn modelId="{23B31C37-DA03-4B55-90FF-75664DC8CE97}" type="presOf" srcId="{1E260C54-22AC-4F13-8C77-9FC50F7123AA}" destId="{11BC8B19-5F9D-4B67-9332-247CD059F8A5}" srcOrd="0" destOrd="0" presId="urn:microsoft.com/office/officeart/2005/8/layout/default"/>
    <dgm:cxn modelId="{9CD0413C-1C24-4604-B622-8476B82AC2E2}" srcId="{1E260C54-22AC-4F13-8C77-9FC50F7123AA}" destId="{C1E567D0-0DD4-4752-A613-1278B277DF53}" srcOrd="9" destOrd="0" parTransId="{25F39063-F949-42B4-97BA-EC47D76E7C91}" sibTransId="{86630163-DE2D-49A3-BC26-2E83BE6790A0}"/>
    <dgm:cxn modelId="{28B65862-5BF4-49B5-9BF5-D267009CC663}" type="presOf" srcId="{1074E7A6-9B7B-4148-9CDF-178C2841BA06}" destId="{BE2B16DA-B050-44AC-A67D-9AC2AB698285}" srcOrd="0" destOrd="0" presId="urn:microsoft.com/office/officeart/2005/8/layout/default"/>
    <dgm:cxn modelId="{BE7B2348-509E-4489-B9FB-69975132E741}" srcId="{1E260C54-22AC-4F13-8C77-9FC50F7123AA}" destId="{CECE1484-8635-46C4-9C55-A67DDE0ECFEC}" srcOrd="4" destOrd="0" parTransId="{4CFEAC85-2F24-4FFF-BDE1-55E7CF749A9B}" sibTransId="{C906B5D5-E924-4F7A-8E87-ECEC23DE5B4C}"/>
    <dgm:cxn modelId="{19FEDA6D-526D-43DA-A619-22F89F327BC6}" type="presOf" srcId="{CA69125D-DF1D-42E3-9034-5E437CC1D117}" destId="{04E5C3D2-B247-490A-85CA-7DC55A7C21A9}" srcOrd="0" destOrd="0" presId="urn:microsoft.com/office/officeart/2005/8/layout/default"/>
    <dgm:cxn modelId="{AAF79480-F924-417D-A27A-BD8B10DCA6EA}" srcId="{1E260C54-22AC-4F13-8C77-9FC50F7123AA}" destId="{FF9975D0-F1ED-4208-A67E-E8446230C81A}" srcOrd="5" destOrd="0" parTransId="{286E969F-E090-46A9-925B-667B8636C6F9}" sibTransId="{ACE4564A-0346-40D0-A925-B159A8823CBF}"/>
    <dgm:cxn modelId="{770D1B82-2EC9-43BF-9BF8-C4CA0F1DB06A}" srcId="{1E260C54-22AC-4F13-8C77-9FC50F7123AA}" destId="{AA6DA003-354E-48EE-9037-2477799CA930}" srcOrd="6" destOrd="0" parTransId="{34222809-C31B-46D4-BE02-117F59D1E0C4}" sibTransId="{88667086-6779-411B-92E1-8F32815B318A}"/>
    <dgm:cxn modelId="{13904190-8C87-4094-BC29-114A5A12DDDA}" srcId="{1E260C54-22AC-4F13-8C77-9FC50F7123AA}" destId="{1074E7A6-9B7B-4148-9CDF-178C2841BA06}" srcOrd="8" destOrd="0" parTransId="{06C476F0-20CA-4E63-BA96-E5F804A6E0C0}" sibTransId="{E61F3FB6-2B3F-44A2-B120-A7DB7965E46D}"/>
    <dgm:cxn modelId="{4A571D94-B629-4131-AB9B-D7E6A1500FD8}" type="presOf" srcId="{C40C371C-0991-4400-B254-8F8C1587F771}" destId="{A2F964B6-620F-4165-9078-F3E0837366B2}" srcOrd="0" destOrd="0" presId="urn:microsoft.com/office/officeart/2005/8/layout/default"/>
    <dgm:cxn modelId="{67ABC797-A3DC-4B3D-B58B-949B0E354F90}" srcId="{1E260C54-22AC-4F13-8C77-9FC50F7123AA}" destId="{CA69125D-DF1D-42E3-9034-5E437CC1D117}" srcOrd="1" destOrd="0" parTransId="{354EAAA6-7A0B-468D-BF5C-9BF384C8CF5F}" sibTransId="{73674D65-8D53-493E-AA59-E5C4D6BA4353}"/>
    <dgm:cxn modelId="{9421D19F-36CF-4926-A55F-ADFACF9D56DB}" srcId="{1E260C54-22AC-4F13-8C77-9FC50F7123AA}" destId="{28261568-981F-4D93-A66F-A478E0268F28}" srcOrd="3" destOrd="0" parTransId="{A9E369AE-BB70-4956-9A0E-F799D6F6867B}" sibTransId="{B7D1A057-F647-4420-B3BC-FEBFB0A81542}"/>
    <dgm:cxn modelId="{B2B357A5-EE9F-4BFF-8B38-F1EE8A221CFE}" srcId="{1E260C54-22AC-4F13-8C77-9FC50F7123AA}" destId="{894B9AB2-1849-4707-8712-D302B25A2A0F}" srcOrd="7" destOrd="0" parTransId="{6A51C6B7-4B72-4805-9548-0A1B8C0B7FB8}" sibTransId="{DC0CEEFF-39E3-4A14-8CE6-6610602DE977}"/>
    <dgm:cxn modelId="{3D50BDCE-77B7-4754-B9AD-7586BB18528D}" type="presOf" srcId="{CECE1484-8635-46C4-9C55-A67DDE0ECFEC}" destId="{86E8D074-18E5-467A-AD66-EBF954189A71}" srcOrd="0" destOrd="0" presId="urn:microsoft.com/office/officeart/2005/8/layout/default"/>
    <dgm:cxn modelId="{4277D7D3-213D-4D4F-BE0B-44FC4478B605}" srcId="{1E260C54-22AC-4F13-8C77-9FC50F7123AA}" destId="{A2E3F290-ED9A-42F6-BDCF-E540E55398E8}" srcOrd="0" destOrd="0" parTransId="{68C69A94-BA9A-4558-B171-6F689F2B3218}" sibTransId="{AF0B7B7D-A995-48CE-BE00-8750BC0D298B}"/>
    <dgm:cxn modelId="{60D1B5D4-8ED9-42E7-8813-0F3F5962E677}" type="presOf" srcId="{8BAE6639-6D4C-499D-A10C-ADC6DA7818C8}" destId="{B6B65C73-FCCD-4A1C-8A7F-E5D0EE6597EC}" srcOrd="0" destOrd="0" presId="urn:microsoft.com/office/officeart/2005/8/layout/default"/>
    <dgm:cxn modelId="{AE2885DE-DEB3-4E2D-B5A5-675FB4802A35}" type="presOf" srcId="{A2E3F290-ED9A-42F6-BDCF-E540E55398E8}" destId="{B711E1F9-8EBF-4B3E-93F9-6FE3E9ED7687}" srcOrd="0" destOrd="0" presId="urn:microsoft.com/office/officeart/2005/8/layout/default"/>
    <dgm:cxn modelId="{AB9559DF-EEC7-4A28-9D42-18173D6EF577}" type="presOf" srcId="{AA6DA003-354E-48EE-9037-2477799CA930}" destId="{2528FD30-CBD1-46F3-B654-22A92CE11C47}" srcOrd="0" destOrd="0" presId="urn:microsoft.com/office/officeart/2005/8/layout/default"/>
    <dgm:cxn modelId="{8123E8F0-C60F-4CC1-A161-5B79562B82DD}" type="presOf" srcId="{C1E567D0-0DD4-4752-A613-1278B277DF53}" destId="{5BCF27FB-174D-4E50-9868-56BA6AE58919}" srcOrd="0" destOrd="0" presId="urn:microsoft.com/office/officeart/2005/8/layout/default"/>
    <dgm:cxn modelId="{A19F87F3-0B0A-4075-8CD7-C17FA0C42732}" srcId="{1E260C54-22AC-4F13-8C77-9FC50F7123AA}" destId="{8BAE6639-6D4C-499D-A10C-ADC6DA7818C8}" srcOrd="10" destOrd="0" parTransId="{3D124186-9689-4CF7-A0C6-44F49E81A99B}" sibTransId="{0899A8FA-4936-479B-B822-164B8FF95F12}"/>
    <dgm:cxn modelId="{632A53EC-6DFC-4B52-8AE4-0EB9BA961C96}" type="presParOf" srcId="{11BC8B19-5F9D-4B67-9332-247CD059F8A5}" destId="{B711E1F9-8EBF-4B3E-93F9-6FE3E9ED7687}" srcOrd="0" destOrd="0" presId="urn:microsoft.com/office/officeart/2005/8/layout/default"/>
    <dgm:cxn modelId="{434CA35D-72A1-4821-952B-EEF55B9AA75E}" type="presParOf" srcId="{11BC8B19-5F9D-4B67-9332-247CD059F8A5}" destId="{2105C6CC-49F6-4D92-B3FD-0DA984C0AEAB}" srcOrd="1" destOrd="0" presId="urn:microsoft.com/office/officeart/2005/8/layout/default"/>
    <dgm:cxn modelId="{D3D3CC06-3A4D-4370-B116-B70A83C67FD6}" type="presParOf" srcId="{11BC8B19-5F9D-4B67-9332-247CD059F8A5}" destId="{04E5C3D2-B247-490A-85CA-7DC55A7C21A9}" srcOrd="2" destOrd="0" presId="urn:microsoft.com/office/officeart/2005/8/layout/default"/>
    <dgm:cxn modelId="{12C97E20-3FC3-4A85-950A-362737EF0FC8}" type="presParOf" srcId="{11BC8B19-5F9D-4B67-9332-247CD059F8A5}" destId="{10548865-E11D-4309-9D4E-27D4DDB71E9A}" srcOrd="3" destOrd="0" presId="urn:microsoft.com/office/officeart/2005/8/layout/default"/>
    <dgm:cxn modelId="{83B48FAB-873F-4313-AFF9-A28ABC4A8F67}" type="presParOf" srcId="{11BC8B19-5F9D-4B67-9332-247CD059F8A5}" destId="{A2F964B6-620F-4165-9078-F3E0837366B2}" srcOrd="4" destOrd="0" presId="urn:microsoft.com/office/officeart/2005/8/layout/default"/>
    <dgm:cxn modelId="{547CB70C-D55E-4F1C-98AF-B570D9AF3521}" type="presParOf" srcId="{11BC8B19-5F9D-4B67-9332-247CD059F8A5}" destId="{64BB71E8-ADFE-450B-BD29-5EEC8938A32E}" srcOrd="5" destOrd="0" presId="urn:microsoft.com/office/officeart/2005/8/layout/default"/>
    <dgm:cxn modelId="{EC496EB5-6A36-42BE-A673-A627733B4F5C}" type="presParOf" srcId="{11BC8B19-5F9D-4B67-9332-247CD059F8A5}" destId="{93630902-276C-4953-891C-913393B5D896}" srcOrd="6" destOrd="0" presId="urn:microsoft.com/office/officeart/2005/8/layout/default"/>
    <dgm:cxn modelId="{17A26A41-86D7-45EE-98EC-F46496622733}" type="presParOf" srcId="{11BC8B19-5F9D-4B67-9332-247CD059F8A5}" destId="{830E5B98-EEC5-49DB-8CA7-A89789A94107}" srcOrd="7" destOrd="0" presId="urn:microsoft.com/office/officeart/2005/8/layout/default"/>
    <dgm:cxn modelId="{8B8DD996-1315-4CF8-A700-9AD4606A4563}" type="presParOf" srcId="{11BC8B19-5F9D-4B67-9332-247CD059F8A5}" destId="{86E8D074-18E5-467A-AD66-EBF954189A71}" srcOrd="8" destOrd="0" presId="urn:microsoft.com/office/officeart/2005/8/layout/default"/>
    <dgm:cxn modelId="{6A17D51F-8F03-4F76-8F08-D934BDCC791D}" type="presParOf" srcId="{11BC8B19-5F9D-4B67-9332-247CD059F8A5}" destId="{E69A643B-018C-47C3-8A85-6E7A94526E64}" srcOrd="9" destOrd="0" presId="urn:microsoft.com/office/officeart/2005/8/layout/default"/>
    <dgm:cxn modelId="{CD744DAD-B2E2-448B-96A3-2800AD535039}" type="presParOf" srcId="{11BC8B19-5F9D-4B67-9332-247CD059F8A5}" destId="{1FE8B13C-9EB5-44FB-9CD6-40C91F077E99}" srcOrd="10" destOrd="0" presId="urn:microsoft.com/office/officeart/2005/8/layout/default"/>
    <dgm:cxn modelId="{B2962E01-7B38-44AD-A51D-E6C32B5C76B6}" type="presParOf" srcId="{11BC8B19-5F9D-4B67-9332-247CD059F8A5}" destId="{D8810CAA-6162-4EE1-A2C6-F45305F28E6F}" srcOrd="11" destOrd="0" presId="urn:microsoft.com/office/officeart/2005/8/layout/default"/>
    <dgm:cxn modelId="{610CCC93-9CE3-4FBD-B859-4AA344FFA59A}" type="presParOf" srcId="{11BC8B19-5F9D-4B67-9332-247CD059F8A5}" destId="{2528FD30-CBD1-46F3-B654-22A92CE11C47}" srcOrd="12" destOrd="0" presId="urn:microsoft.com/office/officeart/2005/8/layout/default"/>
    <dgm:cxn modelId="{FFBE1E20-8734-470B-AF22-2BCE8B3D8B26}" type="presParOf" srcId="{11BC8B19-5F9D-4B67-9332-247CD059F8A5}" destId="{4D002E35-F993-4771-AB7D-A6432FF0345F}" srcOrd="13" destOrd="0" presId="urn:microsoft.com/office/officeart/2005/8/layout/default"/>
    <dgm:cxn modelId="{6ACF73C5-BB5A-4D9B-8785-9915C5F1BE7E}" type="presParOf" srcId="{11BC8B19-5F9D-4B67-9332-247CD059F8A5}" destId="{C314BD29-1106-4B37-862A-813D5997F714}" srcOrd="14" destOrd="0" presId="urn:microsoft.com/office/officeart/2005/8/layout/default"/>
    <dgm:cxn modelId="{AEEB3B4D-C9D8-4FBD-B918-992837D694FF}" type="presParOf" srcId="{11BC8B19-5F9D-4B67-9332-247CD059F8A5}" destId="{00D17C65-DCED-4D28-BA55-7075CF767DC1}" srcOrd="15" destOrd="0" presId="urn:microsoft.com/office/officeart/2005/8/layout/default"/>
    <dgm:cxn modelId="{4D9DAD0E-0AEF-4A9F-B2E9-D043038DED66}" type="presParOf" srcId="{11BC8B19-5F9D-4B67-9332-247CD059F8A5}" destId="{BE2B16DA-B050-44AC-A67D-9AC2AB698285}" srcOrd="16" destOrd="0" presId="urn:microsoft.com/office/officeart/2005/8/layout/default"/>
    <dgm:cxn modelId="{57A55969-3EDD-4A90-B042-37F5E308F80B}" type="presParOf" srcId="{11BC8B19-5F9D-4B67-9332-247CD059F8A5}" destId="{75E8E4D0-CF7A-4DA8-8816-5DEFA67A3351}" srcOrd="17" destOrd="0" presId="urn:microsoft.com/office/officeart/2005/8/layout/default"/>
    <dgm:cxn modelId="{F9EA54B4-D779-4F9D-861F-3076B19A30D8}" type="presParOf" srcId="{11BC8B19-5F9D-4B67-9332-247CD059F8A5}" destId="{5BCF27FB-174D-4E50-9868-56BA6AE58919}" srcOrd="18" destOrd="0" presId="urn:microsoft.com/office/officeart/2005/8/layout/default"/>
    <dgm:cxn modelId="{E011A88D-5EC0-4401-B405-2D247201FA38}" type="presParOf" srcId="{11BC8B19-5F9D-4B67-9332-247CD059F8A5}" destId="{A30A551E-2521-4AAB-9343-FF999FDAE946}" srcOrd="19" destOrd="0" presId="urn:microsoft.com/office/officeart/2005/8/layout/default"/>
    <dgm:cxn modelId="{DE8EEADC-0181-4642-A74B-DEF4FA2A16AA}" type="presParOf" srcId="{11BC8B19-5F9D-4B67-9332-247CD059F8A5}" destId="{B6B65C73-FCCD-4A1C-8A7F-E5D0EE6597EC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5072F85-3267-45FF-B25C-F33AFB531B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C1054C-001A-419F-B0A9-F23708699D64}">
      <dgm:prSet/>
      <dgm:spPr/>
      <dgm:t>
        <a:bodyPr/>
        <a:lstStyle/>
        <a:p>
          <a:r>
            <a:rPr lang="en-US"/>
            <a:t>Current Limitations:</a:t>
          </a:r>
        </a:p>
      </dgm:t>
    </dgm:pt>
    <dgm:pt modelId="{51D56C96-EF62-47C1-8D46-68D0098A612D}" type="parTrans" cxnId="{D864D6A9-A083-4292-B75A-B502CD0D26F4}">
      <dgm:prSet/>
      <dgm:spPr/>
      <dgm:t>
        <a:bodyPr/>
        <a:lstStyle/>
        <a:p>
          <a:endParaRPr lang="en-US"/>
        </a:p>
      </dgm:t>
    </dgm:pt>
    <dgm:pt modelId="{6C9746AA-E66D-4FEE-B14C-09C38F5C8A1F}" type="sibTrans" cxnId="{D864D6A9-A083-4292-B75A-B502CD0D26F4}">
      <dgm:prSet/>
      <dgm:spPr/>
      <dgm:t>
        <a:bodyPr/>
        <a:lstStyle/>
        <a:p>
          <a:endParaRPr lang="en-US"/>
        </a:p>
      </dgm:t>
    </dgm:pt>
    <dgm:pt modelId="{E16F0FC6-E44E-411E-9E7C-4709BF4E9100}">
      <dgm:prSet/>
      <dgm:spPr/>
      <dgm:t>
        <a:bodyPr/>
        <a:lstStyle/>
        <a:p>
          <a:r>
            <a:rPr lang="en-US"/>
            <a:t>• E2E tests slower than unit/integration tests</a:t>
          </a:r>
        </a:p>
      </dgm:t>
    </dgm:pt>
    <dgm:pt modelId="{078E9495-9AEC-4176-8BDF-9DC5D9760C17}" type="parTrans" cxnId="{A9DCC7FD-A8CD-4308-8C89-5492FD0365D8}">
      <dgm:prSet/>
      <dgm:spPr/>
      <dgm:t>
        <a:bodyPr/>
        <a:lstStyle/>
        <a:p>
          <a:endParaRPr lang="en-US"/>
        </a:p>
      </dgm:t>
    </dgm:pt>
    <dgm:pt modelId="{55A67F07-2CDD-4975-BCB0-2F62A26AFA1C}" type="sibTrans" cxnId="{A9DCC7FD-A8CD-4308-8C89-5492FD0365D8}">
      <dgm:prSet/>
      <dgm:spPr/>
      <dgm:t>
        <a:bodyPr/>
        <a:lstStyle/>
        <a:p>
          <a:endParaRPr lang="en-US"/>
        </a:p>
      </dgm:t>
    </dgm:pt>
    <dgm:pt modelId="{58C15242-05EF-406D-AC28-47A1D867DC25}">
      <dgm:prSet/>
      <dgm:spPr/>
      <dgm:t>
        <a:bodyPr/>
        <a:lstStyle/>
        <a:p>
          <a:r>
            <a:rPr lang="en-US"/>
            <a:t>• Test maintenance overhead as codebase grows</a:t>
          </a:r>
        </a:p>
      </dgm:t>
    </dgm:pt>
    <dgm:pt modelId="{29657845-06FF-4B2B-AB12-8045453C50A0}" type="parTrans" cxnId="{8BDDB17D-781A-4E73-AE26-986E5B59F0ED}">
      <dgm:prSet/>
      <dgm:spPr/>
      <dgm:t>
        <a:bodyPr/>
        <a:lstStyle/>
        <a:p>
          <a:endParaRPr lang="en-US"/>
        </a:p>
      </dgm:t>
    </dgm:pt>
    <dgm:pt modelId="{5155A31F-84AF-4BC6-9F89-9F70EEBED907}" type="sibTrans" cxnId="{8BDDB17D-781A-4E73-AE26-986E5B59F0ED}">
      <dgm:prSet/>
      <dgm:spPr/>
      <dgm:t>
        <a:bodyPr/>
        <a:lstStyle/>
        <a:p>
          <a:endParaRPr lang="en-US"/>
        </a:p>
      </dgm:t>
    </dgm:pt>
    <dgm:pt modelId="{EFD5C6FD-0C48-434E-A770-BD9EC1096FE3}">
      <dgm:prSet/>
      <dgm:spPr/>
      <dgm:t>
        <a:bodyPr/>
        <a:lstStyle/>
        <a:p>
          <a:r>
            <a:rPr lang="en-US"/>
            <a:t>• Initial setup complexity for new developers</a:t>
          </a:r>
        </a:p>
      </dgm:t>
    </dgm:pt>
    <dgm:pt modelId="{ECEAED94-EF8C-4D17-9C93-70707C829D1D}" type="parTrans" cxnId="{88CBF92A-DF03-4C40-999D-F6E8929B090E}">
      <dgm:prSet/>
      <dgm:spPr/>
      <dgm:t>
        <a:bodyPr/>
        <a:lstStyle/>
        <a:p>
          <a:endParaRPr lang="en-US"/>
        </a:p>
      </dgm:t>
    </dgm:pt>
    <dgm:pt modelId="{FF12D333-785E-45D0-A972-31D23D02D0BC}" type="sibTrans" cxnId="{88CBF92A-DF03-4C40-999D-F6E8929B090E}">
      <dgm:prSet/>
      <dgm:spPr/>
      <dgm:t>
        <a:bodyPr/>
        <a:lstStyle/>
        <a:p>
          <a:endParaRPr lang="en-US"/>
        </a:p>
      </dgm:t>
    </dgm:pt>
    <dgm:pt modelId="{4C079049-0F98-4A7F-985F-7D9C3EFA66A6}">
      <dgm:prSet/>
      <dgm:spPr/>
      <dgm:t>
        <a:bodyPr/>
        <a:lstStyle/>
        <a:p>
          <a:r>
            <a:rPr lang="en-US"/>
            <a:t>• Limited visual regression testing</a:t>
          </a:r>
        </a:p>
      </dgm:t>
    </dgm:pt>
    <dgm:pt modelId="{2AEA935F-28E8-4D7D-A971-E84FC7A09D33}" type="parTrans" cxnId="{90BAFEC1-B796-4195-80FA-EBDFD9336F85}">
      <dgm:prSet/>
      <dgm:spPr/>
      <dgm:t>
        <a:bodyPr/>
        <a:lstStyle/>
        <a:p>
          <a:endParaRPr lang="en-US"/>
        </a:p>
      </dgm:t>
    </dgm:pt>
    <dgm:pt modelId="{BFCCD795-0383-4D3F-BAB2-E349D6A64F7F}" type="sibTrans" cxnId="{90BAFEC1-B796-4195-80FA-EBDFD9336F85}">
      <dgm:prSet/>
      <dgm:spPr/>
      <dgm:t>
        <a:bodyPr/>
        <a:lstStyle/>
        <a:p>
          <a:endParaRPr lang="en-US"/>
        </a:p>
      </dgm:t>
    </dgm:pt>
    <dgm:pt modelId="{19CD1E0B-B1C9-48EF-9887-F49EFACA645C}">
      <dgm:prSet/>
      <dgm:spPr/>
      <dgm:t>
        <a:bodyPr/>
        <a:lstStyle/>
        <a:p>
          <a:r>
            <a:rPr lang="en-US"/>
            <a:t>• Test data management can be challenging</a:t>
          </a:r>
        </a:p>
      </dgm:t>
    </dgm:pt>
    <dgm:pt modelId="{FD93406A-456B-4D72-9CAD-D0C587A07033}" type="parTrans" cxnId="{19B6E436-4AFD-4486-A292-E1ABE0ED3BDE}">
      <dgm:prSet/>
      <dgm:spPr/>
      <dgm:t>
        <a:bodyPr/>
        <a:lstStyle/>
        <a:p>
          <a:endParaRPr lang="en-US"/>
        </a:p>
      </dgm:t>
    </dgm:pt>
    <dgm:pt modelId="{C9E31DF3-005C-4445-843C-7EC9FAC514F7}" type="sibTrans" cxnId="{19B6E436-4AFD-4486-A292-E1ABE0ED3BDE}">
      <dgm:prSet/>
      <dgm:spPr/>
      <dgm:t>
        <a:bodyPr/>
        <a:lstStyle/>
        <a:p>
          <a:endParaRPr lang="en-US"/>
        </a:p>
      </dgm:t>
    </dgm:pt>
    <dgm:pt modelId="{10C77AE9-F963-4982-8864-FE815B82E78D}">
      <dgm:prSet/>
      <dgm:spPr/>
      <dgm:t>
        <a:bodyPr/>
        <a:lstStyle/>
        <a:p>
          <a:r>
            <a:rPr lang="en-US"/>
            <a:t>• CI/CD costs increase with test volume</a:t>
          </a:r>
        </a:p>
      </dgm:t>
    </dgm:pt>
    <dgm:pt modelId="{DD70CA58-BFB5-469A-83AF-6DF8235A5DB1}" type="parTrans" cxnId="{99B6BA19-D5DC-4036-A0B9-B60BB1DFBB70}">
      <dgm:prSet/>
      <dgm:spPr/>
      <dgm:t>
        <a:bodyPr/>
        <a:lstStyle/>
        <a:p>
          <a:endParaRPr lang="en-US"/>
        </a:p>
      </dgm:t>
    </dgm:pt>
    <dgm:pt modelId="{2EF4C62B-F081-4917-8922-A02A4D8F4825}" type="sibTrans" cxnId="{99B6BA19-D5DC-4036-A0B9-B60BB1DFBB70}">
      <dgm:prSet/>
      <dgm:spPr/>
      <dgm:t>
        <a:bodyPr/>
        <a:lstStyle/>
        <a:p>
          <a:endParaRPr lang="en-US"/>
        </a:p>
      </dgm:t>
    </dgm:pt>
    <dgm:pt modelId="{C8182D6D-08B8-4E64-AFF1-0B652F1546B3}">
      <dgm:prSet/>
      <dgm:spPr/>
      <dgm:t>
        <a:bodyPr/>
        <a:lstStyle/>
        <a:p>
          <a:r>
            <a:rPr lang="en-US"/>
            <a:t>• Flaky E2E tests require retry logic</a:t>
          </a:r>
        </a:p>
      </dgm:t>
    </dgm:pt>
    <dgm:pt modelId="{915FD167-26BB-4B7F-AA63-E6612DF14FB6}" type="parTrans" cxnId="{43339C24-7820-48B5-9FDD-E74717C7F8EE}">
      <dgm:prSet/>
      <dgm:spPr/>
      <dgm:t>
        <a:bodyPr/>
        <a:lstStyle/>
        <a:p>
          <a:endParaRPr lang="en-US"/>
        </a:p>
      </dgm:t>
    </dgm:pt>
    <dgm:pt modelId="{987BA03D-4BFD-4A98-800C-547DC99B7E4D}" type="sibTrans" cxnId="{43339C24-7820-48B5-9FDD-E74717C7F8EE}">
      <dgm:prSet/>
      <dgm:spPr/>
      <dgm:t>
        <a:bodyPr/>
        <a:lstStyle/>
        <a:p>
          <a:endParaRPr lang="en-US"/>
        </a:p>
      </dgm:t>
    </dgm:pt>
    <dgm:pt modelId="{623E13E0-4D51-4943-9443-8AA069177751}">
      <dgm:prSet/>
      <dgm:spPr/>
      <dgm:t>
        <a:bodyPr/>
        <a:lstStyle/>
        <a:p>
          <a:r>
            <a:rPr lang="en-US"/>
            <a:t>• Mock data may not reflect real scenarios</a:t>
          </a:r>
        </a:p>
      </dgm:t>
    </dgm:pt>
    <dgm:pt modelId="{15F62686-B164-4CD9-9CC8-E4CF54880D12}" type="parTrans" cxnId="{A3F9B1F5-C4F3-422C-BFF5-29DC9FDB5381}">
      <dgm:prSet/>
      <dgm:spPr/>
      <dgm:t>
        <a:bodyPr/>
        <a:lstStyle/>
        <a:p>
          <a:endParaRPr lang="en-US"/>
        </a:p>
      </dgm:t>
    </dgm:pt>
    <dgm:pt modelId="{E269BA7E-E49E-42C4-8318-65906B8D28BB}" type="sibTrans" cxnId="{A3F9B1F5-C4F3-422C-BFF5-29DC9FDB5381}">
      <dgm:prSet/>
      <dgm:spPr/>
      <dgm:t>
        <a:bodyPr/>
        <a:lstStyle/>
        <a:p>
          <a:endParaRPr lang="en-US"/>
        </a:p>
      </dgm:t>
    </dgm:pt>
    <dgm:pt modelId="{258572E2-4DED-41A2-91E7-F5DCB2B5081C}" type="pres">
      <dgm:prSet presAssocID="{A5072F85-3267-45FF-B25C-F33AFB531B97}" presName="linear" presStyleCnt="0">
        <dgm:presLayoutVars>
          <dgm:animLvl val="lvl"/>
          <dgm:resizeHandles val="exact"/>
        </dgm:presLayoutVars>
      </dgm:prSet>
      <dgm:spPr/>
    </dgm:pt>
    <dgm:pt modelId="{A3DA6CC8-7E80-4797-954B-C35AAC5E8D45}" type="pres">
      <dgm:prSet presAssocID="{A0C1054C-001A-419F-B0A9-F23708699D6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5742E7B1-AFC3-4773-B8F7-6B71141C3790}" type="pres">
      <dgm:prSet presAssocID="{6C9746AA-E66D-4FEE-B14C-09C38F5C8A1F}" presName="spacer" presStyleCnt="0"/>
      <dgm:spPr/>
    </dgm:pt>
    <dgm:pt modelId="{45C69792-701F-42B0-8B76-34EA83083F9C}" type="pres">
      <dgm:prSet presAssocID="{E16F0FC6-E44E-411E-9E7C-4709BF4E9100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0E2FAE63-7CE0-4EF1-945C-19810E9E9D21}" type="pres">
      <dgm:prSet presAssocID="{55A67F07-2CDD-4975-BCB0-2F62A26AFA1C}" presName="spacer" presStyleCnt="0"/>
      <dgm:spPr/>
    </dgm:pt>
    <dgm:pt modelId="{1B484C1A-06EC-4880-915E-A7B2732F5048}" type="pres">
      <dgm:prSet presAssocID="{58C15242-05EF-406D-AC28-47A1D867DC2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3382DBFA-69FB-4B0F-8643-CC81A43D04C3}" type="pres">
      <dgm:prSet presAssocID="{5155A31F-84AF-4BC6-9F89-9F70EEBED907}" presName="spacer" presStyleCnt="0"/>
      <dgm:spPr/>
    </dgm:pt>
    <dgm:pt modelId="{10BF4135-5A1D-48D8-BBBE-C19C44FC3F93}" type="pres">
      <dgm:prSet presAssocID="{EFD5C6FD-0C48-434E-A770-BD9EC1096FE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02D68F0-4EAB-4126-A020-6B67C9758954}" type="pres">
      <dgm:prSet presAssocID="{FF12D333-785E-45D0-A972-31D23D02D0BC}" presName="spacer" presStyleCnt="0"/>
      <dgm:spPr/>
    </dgm:pt>
    <dgm:pt modelId="{7836B607-70BD-48E2-8CBE-7FE5877BE14F}" type="pres">
      <dgm:prSet presAssocID="{4C079049-0F98-4A7F-985F-7D9C3EFA66A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21F22388-3001-43D0-B627-E09DB20A7E00}" type="pres">
      <dgm:prSet presAssocID="{BFCCD795-0383-4D3F-BAB2-E349D6A64F7F}" presName="spacer" presStyleCnt="0"/>
      <dgm:spPr/>
    </dgm:pt>
    <dgm:pt modelId="{75B4AD49-02B1-4C54-AFDB-BD2E4E9459F0}" type="pres">
      <dgm:prSet presAssocID="{19CD1E0B-B1C9-48EF-9887-F49EFACA645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4DAB46D-596D-43FB-B8B5-7F8ECBFA0965}" type="pres">
      <dgm:prSet presAssocID="{C9E31DF3-005C-4445-843C-7EC9FAC514F7}" presName="spacer" presStyleCnt="0"/>
      <dgm:spPr/>
    </dgm:pt>
    <dgm:pt modelId="{4255C381-EE39-485A-A380-643A9119911C}" type="pres">
      <dgm:prSet presAssocID="{10C77AE9-F963-4982-8864-FE815B82E78D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1590D077-E5D4-40C3-A9A5-A6FD32C5EC4F}" type="pres">
      <dgm:prSet presAssocID="{2EF4C62B-F081-4917-8922-A02A4D8F4825}" presName="spacer" presStyleCnt="0"/>
      <dgm:spPr/>
    </dgm:pt>
    <dgm:pt modelId="{2900C138-211F-47CC-9BB7-0A742A692EEB}" type="pres">
      <dgm:prSet presAssocID="{C8182D6D-08B8-4E64-AFF1-0B652F1546B3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1289D622-373A-4584-B585-1DA937991B9B}" type="pres">
      <dgm:prSet presAssocID="{987BA03D-4BFD-4A98-800C-547DC99B7E4D}" presName="spacer" presStyleCnt="0"/>
      <dgm:spPr/>
    </dgm:pt>
    <dgm:pt modelId="{706676E8-BC6A-424C-992F-468E2D8E4110}" type="pres">
      <dgm:prSet presAssocID="{623E13E0-4D51-4943-9443-8AA069177751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99B6BA19-D5DC-4036-A0B9-B60BB1DFBB70}" srcId="{A5072F85-3267-45FF-B25C-F33AFB531B97}" destId="{10C77AE9-F963-4982-8864-FE815B82E78D}" srcOrd="6" destOrd="0" parTransId="{DD70CA58-BFB5-469A-83AF-6DF8235A5DB1}" sibTransId="{2EF4C62B-F081-4917-8922-A02A4D8F4825}"/>
    <dgm:cxn modelId="{43339C24-7820-48B5-9FDD-E74717C7F8EE}" srcId="{A5072F85-3267-45FF-B25C-F33AFB531B97}" destId="{C8182D6D-08B8-4E64-AFF1-0B652F1546B3}" srcOrd="7" destOrd="0" parTransId="{915FD167-26BB-4B7F-AA63-E6612DF14FB6}" sibTransId="{987BA03D-4BFD-4A98-800C-547DC99B7E4D}"/>
    <dgm:cxn modelId="{3721D527-06D6-483B-A0B5-AEC9CE38BCEB}" type="presOf" srcId="{EFD5C6FD-0C48-434E-A770-BD9EC1096FE3}" destId="{10BF4135-5A1D-48D8-BBBE-C19C44FC3F93}" srcOrd="0" destOrd="0" presId="urn:microsoft.com/office/officeart/2005/8/layout/vList2"/>
    <dgm:cxn modelId="{88CBF92A-DF03-4C40-999D-F6E8929B090E}" srcId="{A5072F85-3267-45FF-B25C-F33AFB531B97}" destId="{EFD5C6FD-0C48-434E-A770-BD9EC1096FE3}" srcOrd="3" destOrd="0" parTransId="{ECEAED94-EF8C-4D17-9C93-70707C829D1D}" sibTransId="{FF12D333-785E-45D0-A972-31D23D02D0BC}"/>
    <dgm:cxn modelId="{7996C12B-E1E5-484C-B688-477171E9DCF9}" type="presOf" srcId="{A0C1054C-001A-419F-B0A9-F23708699D64}" destId="{A3DA6CC8-7E80-4797-954B-C35AAC5E8D45}" srcOrd="0" destOrd="0" presId="urn:microsoft.com/office/officeart/2005/8/layout/vList2"/>
    <dgm:cxn modelId="{19B6E436-4AFD-4486-A292-E1ABE0ED3BDE}" srcId="{A5072F85-3267-45FF-B25C-F33AFB531B97}" destId="{19CD1E0B-B1C9-48EF-9887-F49EFACA645C}" srcOrd="5" destOrd="0" parTransId="{FD93406A-456B-4D72-9CAD-D0C587A07033}" sibTransId="{C9E31DF3-005C-4445-843C-7EC9FAC514F7}"/>
    <dgm:cxn modelId="{7801A841-41A0-41B8-B145-44C19C702565}" type="presOf" srcId="{4C079049-0F98-4A7F-985F-7D9C3EFA66A6}" destId="{7836B607-70BD-48E2-8CBE-7FE5877BE14F}" srcOrd="0" destOrd="0" presId="urn:microsoft.com/office/officeart/2005/8/layout/vList2"/>
    <dgm:cxn modelId="{8BDDB17D-781A-4E73-AE26-986E5B59F0ED}" srcId="{A5072F85-3267-45FF-B25C-F33AFB531B97}" destId="{58C15242-05EF-406D-AC28-47A1D867DC25}" srcOrd="2" destOrd="0" parTransId="{29657845-06FF-4B2B-AB12-8045453C50A0}" sibTransId="{5155A31F-84AF-4BC6-9F89-9F70EEBED907}"/>
    <dgm:cxn modelId="{86ADF589-DCE9-44F9-83E1-8ED71FE7E2A6}" type="presOf" srcId="{A5072F85-3267-45FF-B25C-F33AFB531B97}" destId="{258572E2-4DED-41A2-91E7-F5DCB2B5081C}" srcOrd="0" destOrd="0" presId="urn:microsoft.com/office/officeart/2005/8/layout/vList2"/>
    <dgm:cxn modelId="{6F4C7091-5808-4F18-85C2-555F255F095C}" type="presOf" srcId="{E16F0FC6-E44E-411E-9E7C-4709BF4E9100}" destId="{45C69792-701F-42B0-8B76-34EA83083F9C}" srcOrd="0" destOrd="0" presId="urn:microsoft.com/office/officeart/2005/8/layout/vList2"/>
    <dgm:cxn modelId="{90CC1E9C-2244-41E1-924B-C01FE09243B5}" type="presOf" srcId="{623E13E0-4D51-4943-9443-8AA069177751}" destId="{706676E8-BC6A-424C-992F-468E2D8E4110}" srcOrd="0" destOrd="0" presId="urn:microsoft.com/office/officeart/2005/8/layout/vList2"/>
    <dgm:cxn modelId="{D864D6A9-A083-4292-B75A-B502CD0D26F4}" srcId="{A5072F85-3267-45FF-B25C-F33AFB531B97}" destId="{A0C1054C-001A-419F-B0A9-F23708699D64}" srcOrd="0" destOrd="0" parTransId="{51D56C96-EF62-47C1-8D46-68D0098A612D}" sibTransId="{6C9746AA-E66D-4FEE-B14C-09C38F5C8A1F}"/>
    <dgm:cxn modelId="{90BAFEC1-B796-4195-80FA-EBDFD9336F85}" srcId="{A5072F85-3267-45FF-B25C-F33AFB531B97}" destId="{4C079049-0F98-4A7F-985F-7D9C3EFA66A6}" srcOrd="4" destOrd="0" parTransId="{2AEA935F-28E8-4D7D-A971-E84FC7A09D33}" sibTransId="{BFCCD795-0383-4D3F-BAB2-E349D6A64F7F}"/>
    <dgm:cxn modelId="{5D13C4EA-55B5-4590-8882-E1F3820C8607}" type="presOf" srcId="{C8182D6D-08B8-4E64-AFF1-0B652F1546B3}" destId="{2900C138-211F-47CC-9BB7-0A742A692EEB}" srcOrd="0" destOrd="0" presId="urn:microsoft.com/office/officeart/2005/8/layout/vList2"/>
    <dgm:cxn modelId="{66E4F5EB-DE7D-4BD7-8CA5-FD21E96E0220}" type="presOf" srcId="{10C77AE9-F963-4982-8864-FE815B82E78D}" destId="{4255C381-EE39-485A-A380-643A9119911C}" srcOrd="0" destOrd="0" presId="urn:microsoft.com/office/officeart/2005/8/layout/vList2"/>
    <dgm:cxn modelId="{A3F9B1F5-C4F3-422C-BFF5-29DC9FDB5381}" srcId="{A5072F85-3267-45FF-B25C-F33AFB531B97}" destId="{623E13E0-4D51-4943-9443-8AA069177751}" srcOrd="8" destOrd="0" parTransId="{15F62686-B164-4CD9-9CC8-E4CF54880D12}" sibTransId="{E269BA7E-E49E-42C4-8318-65906B8D28BB}"/>
    <dgm:cxn modelId="{584475F8-EF65-4CB0-8BB6-0C3AE52AB963}" type="presOf" srcId="{58C15242-05EF-406D-AC28-47A1D867DC25}" destId="{1B484C1A-06EC-4880-915E-A7B2732F5048}" srcOrd="0" destOrd="0" presId="urn:microsoft.com/office/officeart/2005/8/layout/vList2"/>
    <dgm:cxn modelId="{DA89AFF9-208C-4DC3-8F28-5320D6EC7D6D}" type="presOf" srcId="{19CD1E0B-B1C9-48EF-9887-F49EFACA645C}" destId="{75B4AD49-02B1-4C54-AFDB-BD2E4E9459F0}" srcOrd="0" destOrd="0" presId="urn:microsoft.com/office/officeart/2005/8/layout/vList2"/>
    <dgm:cxn modelId="{A9DCC7FD-A8CD-4308-8C89-5492FD0365D8}" srcId="{A5072F85-3267-45FF-B25C-F33AFB531B97}" destId="{E16F0FC6-E44E-411E-9E7C-4709BF4E9100}" srcOrd="1" destOrd="0" parTransId="{078E9495-9AEC-4176-8BDF-9DC5D9760C17}" sibTransId="{55A67F07-2CDD-4975-BCB0-2F62A26AFA1C}"/>
    <dgm:cxn modelId="{5D8295D0-A9B5-456F-BD85-96DDE492265A}" type="presParOf" srcId="{258572E2-4DED-41A2-91E7-F5DCB2B5081C}" destId="{A3DA6CC8-7E80-4797-954B-C35AAC5E8D45}" srcOrd="0" destOrd="0" presId="urn:microsoft.com/office/officeart/2005/8/layout/vList2"/>
    <dgm:cxn modelId="{D9D4F082-5A38-42DD-99F9-773E06A1008E}" type="presParOf" srcId="{258572E2-4DED-41A2-91E7-F5DCB2B5081C}" destId="{5742E7B1-AFC3-4773-B8F7-6B71141C3790}" srcOrd="1" destOrd="0" presId="urn:microsoft.com/office/officeart/2005/8/layout/vList2"/>
    <dgm:cxn modelId="{50E585C5-C898-4958-8760-C99F60944B7C}" type="presParOf" srcId="{258572E2-4DED-41A2-91E7-F5DCB2B5081C}" destId="{45C69792-701F-42B0-8B76-34EA83083F9C}" srcOrd="2" destOrd="0" presId="urn:microsoft.com/office/officeart/2005/8/layout/vList2"/>
    <dgm:cxn modelId="{57FA784F-DCD1-47D1-8E45-23C28D569678}" type="presParOf" srcId="{258572E2-4DED-41A2-91E7-F5DCB2B5081C}" destId="{0E2FAE63-7CE0-4EF1-945C-19810E9E9D21}" srcOrd="3" destOrd="0" presId="urn:microsoft.com/office/officeart/2005/8/layout/vList2"/>
    <dgm:cxn modelId="{ECE696A5-D30A-4A78-8B8F-3D3E5DCB6490}" type="presParOf" srcId="{258572E2-4DED-41A2-91E7-F5DCB2B5081C}" destId="{1B484C1A-06EC-4880-915E-A7B2732F5048}" srcOrd="4" destOrd="0" presId="urn:microsoft.com/office/officeart/2005/8/layout/vList2"/>
    <dgm:cxn modelId="{0D05E6C9-2F29-496F-B1B1-77F75D164475}" type="presParOf" srcId="{258572E2-4DED-41A2-91E7-F5DCB2B5081C}" destId="{3382DBFA-69FB-4B0F-8643-CC81A43D04C3}" srcOrd="5" destOrd="0" presId="urn:microsoft.com/office/officeart/2005/8/layout/vList2"/>
    <dgm:cxn modelId="{8388688C-A5E4-4A23-AAD0-9FBF9427A3C8}" type="presParOf" srcId="{258572E2-4DED-41A2-91E7-F5DCB2B5081C}" destId="{10BF4135-5A1D-48D8-BBBE-C19C44FC3F93}" srcOrd="6" destOrd="0" presId="urn:microsoft.com/office/officeart/2005/8/layout/vList2"/>
    <dgm:cxn modelId="{BCC53AE3-D77E-4E15-9D37-2408FA05043A}" type="presParOf" srcId="{258572E2-4DED-41A2-91E7-F5DCB2B5081C}" destId="{002D68F0-4EAB-4126-A020-6B67C9758954}" srcOrd="7" destOrd="0" presId="urn:microsoft.com/office/officeart/2005/8/layout/vList2"/>
    <dgm:cxn modelId="{26F0DBD1-E56C-4C12-B9D2-2DD654E268F3}" type="presParOf" srcId="{258572E2-4DED-41A2-91E7-F5DCB2B5081C}" destId="{7836B607-70BD-48E2-8CBE-7FE5877BE14F}" srcOrd="8" destOrd="0" presId="urn:microsoft.com/office/officeart/2005/8/layout/vList2"/>
    <dgm:cxn modelId="{CA0E7DDE-1BCB-41EA-BCDF-A0E9A98669BE}" type="presParOf" srcId="{258572E2-4DED-41A2-91E7-F5DCB2B5081C}" destId="{21F22388-3001-43D0-B627-E09DB20A7E00}" srcOrd="9" destOrd="0" presId="urn:microsoft.com/office/officeart/2005/8/layout/vList2"/>
    <dgm:cxn modelId="{B2D83D11-0929-445B-AEA2-2EB46F73F388}" type="presParOf" srcId="{258572E2-4DED-41A2-91E7-F5DCB2B5081C}" destId="{75B4AD49-02B1-4C54-AFDB-BD2E4E9459F0}" srcOrd="10" destOrd="0" presId="urn:microsoft.com/office/officeart/2005/8/layout/vList2"/>
    <dgm:cxn modelId="{0791B496-37A5-4173-865A-60CD0EA994FC}" type="presParOf" srcId="{258572E2-4DED-41A2-91E7-F5DCB2B5081C}" destId="{34DAB46D-596D-43FB-B8B5-7F8ECBFA0965}" srcOrd="11" destOrd="0" presId="urn:microsoft.com/office/officeart/2005/8/layout/vList2"/>
    <dgm:cxn modelId="{FB8E55A5-0A16-40AB-BE07-FCCDAD87D00B}" type="presParOf" srcId="{258572E2-4DED-41A2-91E7-F5DCB2B5081C}" destId="{4255C381-EE39-485A-A380-643A9119911C}" srcOrd="12" destOrd="0" presId="urn:microsoft.com/office/officeart/2005/8/layout/vList2"/>
    <dgm:cxn modelId="{D15F4BE5-B998-4D55-93CF-80839ACAC53A}" type="presParOf" srcId="{258572E2-4DED-41A2-91E7-F5DCB2B5081C}" destId="{1590D077-E5D4-40C3-A9A5-A6FD32C5EC4F}" srcOrd="13" destOrd="0" presId="urn:microsoft.com/office/officeart/2005/8/layout/vList2"/>
    <dgm:cxn modelId="{C1222F40-C806-4027-8A04-E4331ED7F7EC}" type="presParOf" srcId="{258572E2-4DED-41A2-91E7-F5DCB2B5081C}" destId="{2900C138-211F-47CC-9BB7-0A742A692EEB}" srcOrd="14" destOrd="0" presId="urn:microsoft.com/office/officeart/2005/8/layout/vList2"/>
    <dgm:cxn modelId="{71EE1DA6-385D-490E-9FAE-EF525A42E166}" type="presParOf" srcId="{258572E2-4DED-41A2-91E7-F5DCB2B5081C}" destId="{1289D622-373A-4584-B585-1DA937991B9B}" srcOrd="15" destOrd="0" presId="urn:microsoft.com/office/officeart/2005/8/layout/vList2"/>
    <dgm:cxn modelId="{C1341D9A-181C-47EF-BB06-5C148BB14331}" type="presParOf" srcId="{258572E2-4DED-41A2-91E7-F5DCB2B5081C}" destId="{706676E8-BC6A-424C-992F-468E2D8E4110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5AC33-D2CE-4881-A074-A03D78286A40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1796A-3365-4A9A-BD60-AE9DA41322CC}">
      <dsp:nvSpPr>
        <dsp:cNvPr id="0" name=""/>
        <dsp:cNvSpPr/>
      </dsp:nvSpPr>
      <dsp:spPr>
        <a:xfrm>
          <a:off x="0" y="62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Problem Statement</a:t>
          </a:r>
        </a:p>
      </dsp:txBody>
      <dsp:txXfrm>
        <a:off x="0" y="623"/>
        <a:ext cx="6492875" cy="510415"/>
      </dsp:txXfrm>
    </dsp:sp>
    <dsp:sp modelId="{FFE7151C-8879-4193-A8F9-788D1A572BFF}">
      <dsp:nvSpPr>
        <dsp:cNvPr id="0" name=""/>
        <dsp:cNvSpPr/>
      </dsp:nvSpPr>
      <dsp:spPr>
        <a:xfrm>
          <a:off x="0" y="511038"/>
          <a:ext cx="6492875" cy="0"/>
        </a:xfrm>
        <a:prstGeom prst="line">
          <a:avLst/>
        </a:prstGeom>
        <a:solidFill>
          <a:schemeClr val="accent2">
            <a:hueOff val="128961"/>
            <a:satOff val="-1149"/>
            <a:lumOff val="-240"/>
            <a:alphaOff val="0"/>
          </a:schemeClr>
        </a:solidFill>
        <a:ln w="15875" cap="rnd" cmpd="sng" algn="ctr">
          <a:solidFill>
            <a:schemeClr val="accent2">
              <a:hueOff val="128961"/>
              <a:satOff val="-1149"/>
              <a:lumOff val="-2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8A8C5-08D2-4DDF-8D78-1FA537C99F42}">
      <dsp:nvSpPr>
        <dsp:cNvPr id="0" name=""/>
        <dsp:cNvSpPr/>
      </dsp:nvSpPr>
      <dsp:spPr>
        <a:xfrm>
          <a:off x="0" y="511038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Solution Overview</a:t>
          </a:r>
        </a:p>
      </dsp:txBody>
      <dsp:txXfrm>
        <a:off x="0" y="511038"/>
        <a:ext cx="6492875" cy="510415"/>
      </dsp:txXfrm>
    </dsp:sp>
    <dsp:sp modelId="{78B1B60A-C464-4287-ACA8-6E16381CF33E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257922"/>
            <a:satOff val="-2298"/>
            <a:lumOff val="-479"/>
            <a:alphaOff val="0"/>
          </a:schemeClr>
        </a:solidFill>
        <a:ln w="15875" cap="rnd" cmpd="sng" algn="ctr">
          <a:solidFill>
            <a:schemeClr val="accent2">
              <a:hueOff val="257922"/>
              <a:satOff val="-2298"/>
              <a:lumOff val="-4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EC6CB-7DBE-4C37-9524-882ECDA2BAB5}">
      <dsp:nvSpPr>
        <dsp:cNvPr id="0" name=""/>
        <dsp:cNvSpPr/>
      </dsp:nvSpPr>
      <dsp:spPr>
        <a:xfrm>
          <a:off x="0" y="102145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System Architecture</a:t>
          </a:r>
        </a:p>
      </dsp:txBody>
      <dsp:txXfrm>
        <a:off x="0" y="1021453"/>
        <a:ext cx="6492875" cy="510415"/>
      </dsp:txXfrm>
    </dsp:sp>
    <dsp:sp modelId="{2EE574F0-986C-4847-8874-60BB963D9214}">
      <dsp:nvSpPr>
        <dsp:cNvPr id="0" name=""/>
        <dsp:cNvSpPr/>
      </dsp:nvSpPr>
      <dsp:spPr>
        <a:xfrm>
          <a:off x="0" y="1531869"/>
          <a:ext cx="6492875" cy="0"/>
        </a:xfrm>
        <a:prstGeom prst="line">
          <a:avLst/>
        </a:prstGeom>
        <a:solidFill>
          <a:schemeClr val="accent2">
            <a:hueOff val="386882"/>
            <a:satOff val="-3448"/>
            <a:lumOff val="-719"/>
            <a:alphaOff val="0"/>
          </a:schemeClr>
        </a:solidFill>
        <a:ln w="15875" cap="rnd" cmpd="sng" algn="ctr">
          <a:solidFill>
            <a:schemeClr val="accent2">
              <a:hueOff val="386882"/>
              <a:satOff val="-3448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E0AEA-E0BE-4C79-ACE0-419259568409}">
      <dsp:nvSpPr>
        <dsp:cNvPr id="0" name=""/>
        <dsp:cNvSpPr/>
      </dsp:nvSpPr>
      <dsp:spPr>
        <a:xfrm>
          <a:off x="0" y="1531869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Testing Layers &amp; Strategy</a:t>
          </a:r>
        </a:p>
      </dsp:txBody>
      <dsp:txXfrm>
        <a:off x="0" y="1531869"/>
        <a:ext cx="6492875" cy="510415"/>
      </dsp:txXfrm>
    </dsp:sp>
    <dsp:sp modelId="{3859D306-0C4A-4F05-AE30-DBF656CEF729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515843"/>
            <a:satOff val="-4597"/>
            <a:lumOff val="-959"/>
            <a:alphaOff val="0"/>
          </a:schemeClr>
        </a:solidFill>
        <a:ln w="15875" cap="rnd" cmpd="sng" algn="ctr">
          <a:solidFill>
            <a:schemeClr val="accent2">
              <a:hueOff val="515843"/>
              <a:satOff val="-4597"/>
              <a:lumOff val="-9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97574-A334-4C30-BFC5-1FE803F94C9D}">
      <dsp:nvSpPr>
        <dsp:cNvPr id="0" name=""/>
        <dsp:cNvSpPr/>
      </dsp:nvSpPr>
      <dsp:spPr>
        <a:xfrm>
          <a:off x="0" y="2042284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Features</a:t>
          </a:r>
        </a:p>
      </dsp:txBody>
      <dsp:txXfrm>
        <a:off x="0" y="2042284"/>
        <a:ext cx="6492875" cy="510415"/>
      </dsp:txXfrm>
    </dsp:sp>
    <dsp:sp modelId="{7B85B1BB-232B-4D82-812B-CB0C76B95EEB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644804"/>
            <a:satOff val="-5746"/>
            <a:lumOff val="-1198"/>
            <a:alphaOff val="0"/>
          </a:schemeClr>
        </a:solidFill>
        <a:ln w="15875" cap="rnd" cmpd="sng" algn="ctr">
          <a:solidFill>
            <a:schemeClr val="accent2">
              <a:hueOff val="644804"/>
              <a:satOff val="-5746"/>
              <a:lumOff val="-11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4CB19-D5D2-42FE-B914-1C21FD404209}">
      <dsp:nvSpPr>
        <dsp:cNvPr id="0" name=""/>
        <dsp:cNvSpPr/>
      </dsp:nvSpPr>
      <dsp:spPr>
        <a:xfrm>
          <a:off x="0" y="255270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Technology Stack</a:t>
          </a:r>
        </a:p>
      </dsp:txBody>
      <dsp:txXfrm>
        <a:off x="0" y="2552700"/>
        <a:ext cx="6492875" cy="510415"/>
      </dsp:txXfrm>
    </dsp:sp>
    <dsp:sp modelId="{A389EF77-2547-4F20-8B6B-F6B078875CD1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773765"/>
            <a:satOff val="-6895"/>
            <a:lumOff val="-1438"/>
            <a:alphaOff val="0"/>
          </a:schemeClr>
        </a:solidFill>
        <a:ln w="15875" cap="rnd" cmpd="sng" algn="ctr">
          <a:solidFill>
            <a:schemeClr val="accent2">
              <a:hueOff val="773765"/>
              <a:satOff val="-689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91FBD-32BB-44E2-A8C1-70A597E75F46}">
      <dsp:nvSpPr>
        <dsp:cNvPr id="0" name=""/>
        <dsp:cNvSpPr/>
      </dsp:nvSpPr>
      <dsp:spPr>
        <a:xfrm>
          <a:off x="0" y="3063115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CI/CD Pipeline Implementation</a:t>
          </a:r>
        </a:p>
      </dsp:txBody>
      <dsp:txXfrm>
        <a:off x="0" y="3063115"/>
        <a:ext cx="6492875" cy="510415"/>
      </dsp:txXfrm>
    </dsp:sp>
    <dsp:sp modelId="{36D4EE16-F283-4510-8E24-132375BB6EA1}">
      <dsp:nvSpPr>
        <dsp:cNvPr id="0" name=""/>
        <dsp:cNvSpPr/>
      </dsp:nvSpPr>
      <dsp:spPr>
        <a:xfrm>
          <a:off x="0" y="3573530"/>
          <a:ext cx="6492875" cy="0"/>
        </a:xfrm>
        <a:prstGeom prst="line">
          <a:avLst/>
        </a:prstGeom>
        <a:solidFill>
          <a:schemeClr val="accent2">
            <a:hueOff val="902725"/>
            <a:satOff val="-8045"/>
            <a:lumOff val="-1678"/>
            <a:alphaOff val="0"/>
          </a:schemeClr>
        </a:solidFill>
        <a:ln w="15875" cap="rnd" cmpd="sng" algn="ctr">
          <a:solidFill>
            <a:schemeClr val="accent2">
              <a:hueOff val="902725"/>
              <a:satOff val="-8045"/>
              <a:lumOff val="-16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16408-7F45-417F-8322-4C444EC6ADCA}">
      <dsp:nvSpPr>
        <dsp:cNvPr id="0" name=""/>
        <dsp:cNvSpPr/>
      </dsp:nvSpPr>
      <dsp:spPr>
        <a:xfrm>
          <a:off x="0" y="357353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Results &amp; Demonstrations</a:t>
          </a:r>
        </a:p>
      </dsp:txBody>
      <dsp:txXfrm>
        <a:off x="0" y="3573530"/>
        <a:ext cx="6492875" cy="510415"/>
      </dsp:txXfrm>
    </dsp:sp>
    <dsp:sp modelId="{B0AC67FC-DA89-469E-8B16-C6310C6D75AC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1031686"/>
            <a:satOff val="-9194"/>
            <a:lumOff val="-1917"/>
            <a:alphaOff val="0"/>
          </a:schemeClr>
        </a:solidFill>
        <a:ln w="15875" cap="rnd" cmpd="sng" algn="ctr">
          <a:solidFill>
            <a:schemeClr val="accent2">
              <a:hueOff val="1031686"/>
              <a:satOff val="-9194"/>
              <a:lumOff val="-19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D120B-ED46-4410-BE44-DD038507B018}">
      <dsp:nvSpPr>
        <dsp:cNvPr id="0" name=""/>
        <dsp:cNvSpPr/>
      </dsp:nvSpPr>
      <dsp:spPr>
        <a:xfrm>
          <a:off x="0" y="4083946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Benefits &amp; Impact</a:t>
          </a:r>
        </a:p>
      </dsp:txBody>
      <dsp:txXfrm>
        <a:off x="0" y="4083946"/>
        <a:ext cx="6492875" cy="510415"/>
      </dsp:txXfrm>
    </dsp:sp>
    <dsp:sp modelId="{24B26029-0475-44A2-A1DA-FAF0223CFE29}">
      <dsp:nvSpPr>
        <dsp:cNvPr id="0" name=""/>
        <dsp:cNvSpPr/>
      </dsp:nvSpPr>
      <dsp:spPr>
        <a:xfrm>
          <a:off x="0" y="4594361"/>
          <a:ext cx="6492875" cy="0"/>
        </a:xfrm>
        <a:prstGeom prst="line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accent2">
              <a:hueOff val="1160647"/>
              <a:satOff val="-10343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48116-F15D-4587-9E33-300416ED4C01}">
      <dsp:nvSpPr>
        <dsp:cNvPr id="0" name=""/>
        <dsp:cNvSpPr/>
      </dsp:nvSpPr>
      <dsp:spPr>
        <a:xfrm>
          <a:off x="0" y="4594361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Limitations &amp; Future Scope</a:t>
          </a:r>
        </a:p>
      </dsp:txBody>
      <dsp:txXfrm>
        <a:off x="0" y="4594361"/>
        <a:ext cx="6492875" cy="5104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604B7-5ADF-41D6-9E95-B4803572CA52}">
      <dsp:nvSpPr>
        <dsp:cNvPr id="0" name=""/>
        <dsp:cNvSpPr/>
      </dsp:nvSpPr>
      <dsp:spPr>
        <a:xfrm>
          <a:off x="0" y="8070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Manual testing is time-consuming and error-prone</a:t>
          </a:r>
        </a:p>
      </dsp:txBody>
      <dsp:txXfrm>
        <a:off x="18734" y="99434"/>
        <a:ext cx="9981244" cy="346292"/>
      </dsp:txXfrm>
    </dsp:sp>
    <dsp:sp modelId="{7610A592-345F-4D0E-8EDA-59462648D3E2}">
      <dsp:nvSpPr>
        <dsp:cNvPr id="0" name=""/>
        <dsp:cNvSpPr/>
      </dsp:nvSpPr>
      <dsp:spPr>
        <a:xfrm>
          <a:off x="0" y="51054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Inconsistent test coverage across application layers</a:t>
          </a:r>
        </a:p>
      </dsp:txBody>
      <dsp:txXfrm>
        <a:off x="18734" y="529274"/>
        <a:ext cx="9981244" cy="346292"/>
      </dsp:txXfrm>
    </dsp:sp>
    <dsp:sp modelId="{E56E927C-4480-48DA-9C53-988EA5A44515}">
      <dsp:nvSpPr>
        <dsp:cNvPr id="0" name=""/>
        <dsp:cNvSpPr/>
      </dsp:nvSpPr>
      <dsp:spPr>
        <a:xfrm>
          <a:off x="0" y="94038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Lack of automated quality gates in deployment</a:t>
          </a:r>
        </a:p>
      </dsp:txBody>
      <dsp:txXfrm>
        <a:off x="18734" y="959114"/>
        <a:ext cx="9981244" cy="346292"/>
      </dsp:txXfrm>
    </dsp:sp>
    <dsp:sp modelId="{AEEF68C4-8330-48EC-8638-C5F152A1CEAE}">
      <dsp:nvSpPr>
        <dsp:cNvPr id="0" name=""/>
        <dsp:cNvSpPr/>
      </dsp:nvSpPr>
      <dsp:spPr>
        <a:xfrm>
          <a:off x="0" y="137022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Difficulty maintaining test reliability at scale</a:t>
          </a:r>
        </a:p>
      </dsp:txBody>
      <dsp:txXfrm>
        <a:off x="18734" y="1388954"/>
        <a:ext cx="9981244" cy="346292"/>
      </dsp:txXfrm>
    </dsp:sp>
    <dsp:sp modelId="{F000CD06-1F1F-407E-91FE-7C19A70E2222}">
      <dsp:nvSpPr>
        <dsp:cNvPr id="0" name=""/>
        <dsp:cNvSpPr/>
      </dsp:nvSpPr>
      <dsp:spPr>
        <a:xfrm>
          <a:off x="0" y="180006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standardized testing approach for MERN stack</a:t>
          </a:r>
        </a:p>
      </dsp:txBody>
      <dsp:txXfrm>
        <a:off x="18734" y="1818794"/>
        <a:ext cx="9981244" cy="346292"/>
      </dsp:txXfrm>
    </dsp:sp>
    <dsp:sp modelId="{66535D01-C737-44A8-93F9-D63D055A00F4}">
      <dsp:nvSpPr>
        <dsp:cNvPr id="0" name=""/>
        <dsp:cNvSpPr/>
      </dsp:nvSpPr>
      <dsp:spPr>
        <a:xfrm>
          <a:off x="0" y="222990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Delayed feedback on code quality issues</a:t>
          </a:r>
        </a:p>
      </dsp:txBody>
      <dsp:txXfrm>
        <a:off x="18734" y="2248634"/>
        <a:ext cx="9981244" cy="346292"/>
      </dsp:txXfrm>
    </dsp:sp>
    <dsp:sp modelId="{1E11CB45-E4A9-4333-9E06-F977A9C3F4EE}">
      <dsp:nvSpPr>
        <dsp:cNvPr id="0" name=""/>
        <dsp:cNvSpPr/>
      </dsp:nvSpPr>
      <dsp:spPr>
        <a:xfrm>
          <a:off x="0" y="2659740"/>
          <a:ext cx="10018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 cost of bug fixes in production</a:t>
          </a:r>
        </a:p>
      </dsp:txBody>
      <dsp:txXfrm>
        <a:off x="18734" y="2678474"/>
        <a:ext cx="9981244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466B8-D24B-460D-BAD7-09DA120ED58A}">
      <dsp:nvSpPr>
        <dsp:cNvPr id="0" name=""/>
        <dsp:cNvSpPr/>
      </dsp:nvSpPr>
      <dsp:spPr>
        <a:xfrm>
          <a:off x="1802922" y="743474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266" y="787124"/>
        <a:ext cx="20699" cy="4139"/>
      </dsp:txXfrm>
    </dsp:sp>
    <dsp:sp modelId="{B6DBC6E7-3524-4056-BEA3-E0D8FD7E50DC}">
      <dsp:nvSpPr>
        <dsp:cNvPr id="0" name=""/>
        <dsp:cNvSpPr/>
      </dsp:nvSpPr>
      <dsp:spPr>
        <a:xfrm>
          <a:off x="4781" y="249212"/>
          <a:ext cx="1799941" cy="10799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Frontend: React with Component Testing</a:t>
          </a:r>
        </a:p>
      </dsp:txBody>
      <dsp:txXfrm>
        <a:off x="4781" y="249212"/>
        <a:ext cx="1799941" cy="1079964"/>
      </dsp:txXfrm>
    </dsp:sp>
    <dsp:sp modelId="{003F22B3-54D4-47C4-96B5-16C354AFE406}">
      <dsp:nvSpPr>
        <dsp:cNvPr id="0" name=""/>
        <dsp:cNvSpPr/>
      </dsp:nvSpPr>
      <dsp:spPr>
        <a:xfrm>
          <a:off x="4016850" y="743474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8193" y="787124"/>
        <a:ext cx="20699" cy="4139"/>
      </dsp:txXfrm>
    </dsp:sp>
    <dsp:sp modelId="{6B9787C4-7581-4B04-B2D8-06C62D7CCF57}">
      <dsp:nvSpPr>
        <dsp:cNvPr id="0" name=""/>
        <dsp:cNvSpPr/>
      </dsp:nvSpPr>
      <dsp:spPr>
        <a:xfrm>
          <a:off x="2218708" y="249212"/>
          <a:ext cx="1799941" cy="10799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Backend: Node.js/Express with API Testing</a:t>
          </a:r>
        </a:p>
      </dsp:txBody>
      <dsp:txXfrm>
        <a:off x="2218708" y="249212"/>
        <a:ext cx="1799941" cy="1079964"/>
      </dsp:txXfrm>
    </dsp:sp>
    <dsp:sp modelId="{939438EB-C841-4CBB-B78C-61190D7B8752}">
      <dsp:nvSpPr>
        <dsp:cNvPr id="0" name=""/>
        <dsp:cNvSpPr/>
      </dsp:nvSpPr>
      <dsp:spPr>
        <a:xfrm>
          <a:off x="904752" y="1327376"/>
          <a:ext cx="4427854" cy="383386"/>
        </a:xfrm>
        <a:custGeom>
          <a:avLst/>
          <a:gdLst/>
          <a:ahLst/>
          <a:cxnLst/>
          <a:rect l="0" t="0" r="0" b="0"/>
          <a:pathLst>
            <a:path>
              <a:moveTo>
                <a:pt x="4427854" y="0"/>
              </a:moveTo>
              <a:lnTo>
                <a:pt x="4427854" y="208793"/>
              </a:lnTo>
              <a:lnTo>
                <a:pt x="0" y="208793"/>
              </a:lnTo>
              <a:lnTo>
                <a:pt x="0" y="383386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07500" y="1517000"/>
        <a:ext cx="222358" cy="4139"/>
      </dsp:txXfrm>
    </dsp:sp>
    <dsp:sp modelId="{BD2B0136-49AB-43BC-9125-A55BE8742436}">
      <dsp:nvSpPr>
        <dsp:cNvPr id="0" name=""/>
        <dsp:cNvSpPr/>
      </dsp:nvSpPr>
      <dsp:spPr>
        <a:xfrm>
          <a:off x="4432636" y="249212"/>
          <a:ext cx="1799941" cy="10799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Database: MongoDB with Test Data Seeding</a:t>
          </a:r>
        </a:p>
      </dsp:txBody>
      <dsp:txXfrm>
        <a:off x="4432636" y="249212"/>
        <a:ext cx="1799941" cy="1079964"/>
      </dsp:txXfrm>
    </dsp:sp>
    <dsp:sp modelId="{7B2861DA-E101-45ED-B596-B9C70897C90D}">
      <dsp:nvSpPr>
        <dsp:cNvPr id="0" name=""/>
        <dsp:cNvSpPr/>
      </dsp:nvSpPr>
      <dsp:spPr>
        <a:xfrm>
          <a:off x="1802922" y="2237425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266" y="2281075"/>
        <a:ext cx="20699" cy="4139"/>
      </dsp:txXfrm>
    </dsp:sp>
    <dsp:sp modelId="{6AFFF97D-A59E-4776-8546-9B75E871087A}">
      <dsp:nvSpPr>
        <dsp:cNvPr id="0" name=""/>
        <dsp:cNvSpPr/>
      </dsp:nvSpPr>
      <dsp:spPr>
        <a:xfrm>
          <a:off x="4781" y="1743163"/>
          <a:ext cx="1799941" cy="10799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Testing Layers:</a:t>
          </a:r>
        </a:p>
      </dsp:txBody>
      <dsp:txXfrm>
        <a:off x="4781" y="1743163"/>
        <a:ext cx="1799941" cy="1079964"/>
      </dsp:txXfrm>
    </dsp:sp>
    <dsp:sp modelId="{41D6A814-A122-4F3D-9675-98852BBA14FB}">
      <dsp:nvSpPr>
        <dsp:cNvPr id="0" name=""/>
        <dsp:cNvSpPr/>
      </dsp:nvSpPr>
      <dsp:spPr>
        <a:xfrm>
          <a:off x="4016850" y="2237425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8193" y="2281075"/>
        <a:ext cx="20699" cy="4139"/>
      </dsp:txXfrm>
    </dsp:sp>
    <dsp:sp modelId="{8045046E-6AE3-4D2A-9A2C-79FD0803812E}">
      <dsp:nvSpPr>
        <dsp:cNvPr id="0" name=""/>
        <dsp:cNvSpPr/>
      </dsp:nvSpPr>
      <dsp:spPr>
        <a:xfrm>
          <a:off x="2218708" y="1743163"/>
          <a:ext cx="1799941" cy="10799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Unit Tests - Individual functions/components</a:t>
          </a:r>
        </a:p>
      </dsp:txBody>
      <dsp:txXfrm>
        <a:off x="2218708" y="1743163"/>
        <a:ext cx="1799941" cy="1079964"/>
      </dsp:txXfrm>
    </dsp:sp>
    <dsp:sp modelId="{30285D5A-8BB3-499B-97BE-CB7BC19132F5}">
      <dsp:nvSpPr>
        <dsp:cNvPr id="0" name=""/>
        <dsp:cNvSpPr/>
      </dsp:nvSpPr>
      <dsp:spPr>
        <a:xfrm>
          <a:off x="904752" y="2821327"/>
          <a:ext cx="4427854" cy="383386"/>
        </a:xfrm>
        <a:custGeom>
          <a:avLst/>
          <a:gdLst/>
          <a:ahLst/>
          <a:cxnLst/>
          <a:rect l="0" t="0" r="0" b="0"/>
          <a:pathLst>
            <a:path>
              <a:moveTo>
                <a:pt x="4427854" y="0"/>
              </a:moveTo>
              <a:lnTo>
                <a:pt x="4427854" y="208793"/>
              </a:lnTo>
              <a:lnTo>
                <a:pt x="0" y="208793"/>
              </a:lnTo>
              <a:lnTo>
                <a:pt x="0" y="383386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07500" y="3010951"/>
        <a:ext cx="222358" cy="4139"/>
      </dsp:txXfrm>
    </dsp:sp>
    <dsp:sp modelId="{CB79E1E0-D7A4-42E3-A284-D21DCFEDBE32}">
      <dsp:nvSpPr>
        <dsp:cNvPr id="0" name=""/>
        <dsp:cNvSpPr/>
      </dsp:nvSpPr>
      <dsp:spPr>
        <a:xfrm>
          <a:off x="4432636" y="1743163"/>
          <a:ext cx="1799941" cy="10799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Integration Tests - API endpoints &amp; database</a:t>
          </a:r>
        </a:p>
      </dsp:txBody>
      <dsp:txXfrm>
        <a:off x="4432636" y="1743163"/>
        <a:ext cx="1799941" cy="1079964"/>
      </dsp:txXfrm>
    </dsp:sp>
    <dsp:sp modelId="{DD3DE88D-8DF9-4F35-8DEC-E786983398B3}">
      <dsp:nvSpPr>
        <dsp:cNvPr id="0" name=""/>
        <dsp:cNvSpPr/>
      </dsp:nvSpPr>
      <dsp:spPr>
        <a:xfrm>
          <a:off x="1802922" y="3731376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266" y="3775026"/>
        <a:ext cx="20699" cy="4139"/>
      </dsp:txXfrm>
    </dsp:sp>
    <dsp:sp modelId="{222B23C4-9EB2-4631-9434-DA0843605D27}">
      <dsp:nvSpPr>
        <dsp:cNvPr id="0" name=""/>
        <dsp:cNvSpPr/>
      </dsp:nvSpPr>
      <dsp:spPr>
        <a:xfrm>
          <a:off x="4781" y="3237114"/>
          <a:ext cx="1799941" cy="10799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E2E Tests - Full user workflows</a:t>
          </a:r>
        </a:p>
      </dsp:txBody>
      <dsp:txXfrm>
        <a:off x="4781" y="3237114"/>
        <a:ext cx="1799941" cy="1079964"/>
      </dsp:txXfrm>
    </dsp:sp>
    <dsp:sp modelId="{685D052E-381A-4C61-AE6F-AE6D3D02FB06}">
      <dsp:nvSpPr>
        <dsp:cNvPr id="0" name=""/>
        <dsp:cNvSpPr/>
      </dsp:nvSpPr>
      <dsp:spPr>
        <a:xfrm>
          <a:off x="4016850" y="3731376"/>
          <a:ext cx="383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386" y="45720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98193" y="3775026"/>
        <a:ext cx="20699" cy="4139"/>
      </dsp:txXfrm>
    </dsp:sp>
    <dsp:sp modelId="{91862F86-89A9-41F5-9687-7A54B51078BE}">
      <dsp:nvSpPr>
        <dsp:cNvPr id="0" name=""/>
        <dsp:cNvSpPr/>
      </dsp:nvSpPr>
      <dsp:spPr>
        <a:xfrm>
          <a:off x="2218708" y="3237114"/>
          <a:ext cx="1799941" cy="10799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CI/CD: GitHub Actions with automated workflows</a:t>
          </a:r>
        </a:p>
      </dsp:txBody>
      <dsp:txXfrm>
        <a:off x="2218708" y="3237114"/>
        <a:ext cx="1799941" cy="1079964"/>
      </dsp:txXfrm>
    </dsp:sp>
    <dsp:sp modelId="{325FDE48-7089-47C5-A9F5-26B3E0ADA123}">
      <dsp:nvSpPr>
        <dsp:cNvPr id="0" name=""/>
        <dsp:cNvSpPr/>
      </dsp:nvSpPr>
      <dsp:spPr>
        <a:xfrm>
          <a:off x="4432636" y="3237114"/>
          <a:ext cx="1799941" cy="10799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99" tIns="92580" rIns="88199" bIns="925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 Environment: Isolated test database</a:t>
          </a:r>
        </a:p>
      </dsp:txBody>
      <dsp:txXfrm>
        <a:off x="4432636" y="3237114"/>
        <a:ext cx="1799941" cy="10799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B35D5-2951-4C30-998B-82F4A5AC658C}">
      <dsp:nvSpPr>
        <dsp:cNvPr id="0" name=""/>
        <dsp:cNvSpPr/>
      </dsp:nvSpPr>
      <dsp:spPr>
        <a:xfrm>
          <a:off x="2038589" y="398424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4664" y="442446"/>
        <a:ext cx="16986" cy="3397"/>
      </dsp:txXfrm>
    </dsp:sp>
    <dsp:sp modelId="{DD8F26ED-A978-403B-A671-0A694B1DA5C4}">
      <dsp:nvSpPr>
        <dsp:cNvPr id="0" name=""/>
        <dsp:cNvSpPr/>
      </dsp:nvSpPr>
      <dsp:spPr>
        <a:xfrm>
          <a:off x="563281" y="1012"/>
          <a:ext cx="1477108" cy="8862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Unit Tests (Base - 70%):</a:t>
          </a:r>
        </a:p>
      </dsp:txBody>
      <dsp:txXfrm>
        <a:off x="563281" y="1012"/>
        <a:ext cx="1477108" cy="886265"/>
      </dsp:txXfrm>
    </dsp:sp>
    <dsp:sp modelId="{63B26CCB-0F7B-40E7-B1F0-DE7EBAAF511F}">
      <dsp:nvSpPr>
        <dsp:cNvPr id="0" name=""/>
        <dsp:cNvSpPr/>
      </dsp:nvSpPr>
      <dsp:spPr>
        <a:xfrm>
          <a:off x="3855433" y="398424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145081"/>
              <a:satOff val="-1293"/>
              <a:lumOff val="-27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1508" y="442446"/>
        <a:ext cx="16986" cy="3397"/>
      </dsp:txXfrm>
    </dsp:sp>
    <dsp:sp modelId="{3D781A0B-9785-4482-9CE4-CB7981DAA306}">
      <dsp:nvSpPr>
        <dsp:cNvPr id="0" name=""/>
        <dsp:cNvSpPr/>
      </dsp:nvSpPr>
      <dsp:spPr>
        <a:xfrm>
          <a:off x="2380125" y="1012"/>
          <a:ext cx="1477108" cy="886265"/>
        </a:xfrm>
        <a:prstGeom prst="rect">
          <a:avLst/>
        </a:prstGeom>
        <a:solidFill>
          <a:schemeClr val="accent2">
            <a:hueOff val="128961"/>
            <a:satOff val="-1149"/>
            <a:lumOff val="-24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Fast, isolated component/function tests</a:t>
          </a:r>
        </a:p>
      </dsp:txBody>
      <dsp:txXfrm>
        <a:off x="2380125" y="1012"/>
        <a:ext cx="1477108" cy="886265"/>
      </dsp:txXfrm>
    </dsp:sp>
    <dsp:sp modelId="{AB012A1D-4ECB-4354-A882-BD9A076CCD1D}">
      <dsp:nvSpPr>
        <dsp:cNvPr id="0" name=""/>
        <dsp:cNvSpPr/>
      </dsp:nvSpPr>
      <dsp:spPr>
        <a:xfrm>
          <a:off x="1301835" y="885477"/>
          <a:ext cx="3633687" cy="309135"/>
        </a:xfrm>
        <a:custGeom>
          <a:avLst/>
          <a:gdLst/>
          <a:ahLst/>
          <a:cxnLst/>
          <a:rect l="0" t="0" r="0" b="0"/>
          <a:pathLst>
            <a:path>
              <a:moveTo>
                <a:pt x="3633687" y="0"/>
              </a:moveTo>
              <a:lnTo>
                <a:pt x="3633687" y="171667"/>
              </a:lnTo>
              <a:lnTo>
                <a:pt x="0" y="171667"/>
              </a:lnTo>
              <a:lnTo>
                <a:pt x="0" y="309135"/>
              </a:lnTo>
            </a:path>
          </a:pathLst>
        </a:custGeom>
        <a:noFill/>
        <a:ln w="9525" cap="rnd" cmpd="sng" algn="ctr">
          <a:solidFill>
            <a:schemeClr val="accent2">
              <a:hueOff val="290162"/>
              <a:satOff val="-2586"/>
              <a:lumOff val="-5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7441" y="1038346"/>
        <a:ext cx="182476" cy="3397"/>
      </dsp:txXfrm>
    </dsp:sp>
    <dsp:sp modelId="{EC875FFE-D5CC-4A42-878F-2825A7B09766}">
      <dsp:nvSpPr>
        <dsp:cNvPr id="0" name=""/>
        <dsp:cNvSpPr/>
      </dsp:nvSpPr>
      <dsp:spPr>
        <a:xfrm>
          <a:off x="4196969" y="1012"/>
          <a:ext cx="1477108" cy="886265"/>
        </a:xfrm>
        <a:prstGeom prst="rect">
          <a:avLst/>
        </a:prstGeom>
        <a:solidFill>
          <a:schemeClr val="accent2">
            <a:hueOff val="257922"/>
            <a:satOff val="-2298"/>
            <a:lumOff val="-47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Jest with 80%+ coverage requirement</a:t>
          </a:r>
        </a:p>
      </dsp:txBody>
      <dsp:txXfrm>
        <a:off x="4196969" y="1012"/>
        <a:ext cx="1477108" cy="886265"/>
      </dsp:txXfrm>
    </dsp:sp>
    <dsp:sp modelId="{2370B26A-2581-42C0-87DC-13F1269E2091}">
      <dsp:nvSpPr>
        <dsp:cNvPr id="0" name=""/>
        <dsp:cNvSpPr/>
      </dsp:nvSpPr>
      <dsp:spPr>
        <a:xfrm>
          <a:off x="2038589" y="1624425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435243"/>
              <a:satOff val="-3879"/>
              <a:lumOff val="-80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4664" y="1668446"/>
        <a:ext cx="16986" cy="3397"/>
      </dsp:txXfrm>
    </dsp:sp>
    <dsp:sp modelId="{649BD098-86CA-4E48-ABFB-5FAE0942E493}">
      <dsp:nvSpPr>
        <dsp:cNvPr id="0" name=""/>
        <dsp:cNvSpPr/>
      </dsp:nvSpPr>
      <dsp:spPr>
        <a:xfrm>
          <a:off x="563281" y="1227012"/>
          <a:ext cx="1477108" cy="886265"/>
        </a:xfrm>
        <a:prstGeom prst="rect">
          <a:avLst/>
        </a:prstGeom>
        <a:solidFill>
          <a:schemeClr val="accent2">
            <a:hueOff val="386882"/>
            <a:satOff val="-3448"/>
            <a:lumOff val="-71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Integration Tests (Middle - 20%):</a:t>
          </a:r>
        </a:p>
      </dsp:txBody>
      <dsp:txXfrm>
        <a:off x="563281" y="1227012"/>
        <a:ext cx="1477108" cy="886265"/>
      </dsp:txXfrm>
    </dsp:sp>
    <dsp:sp modelId="{493AFE35-BF64-48AE-9CC3-20F9DA6B15EC}">
      <dsp:nvSpPr>
        <dsp:cNvPr id="0" name=""/>
        <dsp:cNvSpPr/>
      </dsp:nvSpPr>
      <dsp:spPr>
        <a:xfrm>
          <a:off x="3855433" y="1624425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580323"/>
              <a:satOff val="-5172"/>
              <a:lumOff val="-10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1508" y="1668446"/>
        <a:ext cx="16986" cy="3397"/>
      </dsp:txXfrm>
    </dsp:sp>
    <dsp:sp modelId="{894BC287-02FA-43BE-A6D8-F6B8FF97556A}">
      <dsp:nvSpPr>
        <dsp:cNvPr id="0" name=""/>
        <dsp:cNvSpPr/>
      </dsp:nvSpPr>
      <dsp:spPr>
        <a:xfrm>
          <a:off x="2380125" y="1227012"/>
          <a:ext cx="1477108" cy="886265"/>
        </a:xfrm>
        <a:prstGeom prst="rect">
          <a:avLst/>
        </a:prstGeom>
        <a:solidFill>
          <a:schemeClr val="accent2">
            <a:hueOff val="515843"/>
            <a:satOff val="-4597"/>
            <a:lumOff val="-9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API endpoint testing with Supertest</a:t>
          </a:r>
        </a:p>
      </dsp:txBody>
      <dsp:txXfrm>
        <a:off x="2380125" y="1227012"/>
        <a:ext cx="1477108" cy="886265"/>
      </dsp:txXfrm>
    </dsp:sp>
    <dsp:sp modelId="{A924F79B-AEA6-4A6B-85D1-3CBDC9F809F7}">
      <dsp:nvSpPr>
        <dsp:cNvPr id="0" name=""/>
        <dsp:cNvSpPr/>
      </dsp:nvSpPr>
      <dsp:spPr>
        <a:xfrm>
          <a:off x="1301835" y="2111477"/>
          <a:ext cx="3633687" cy="309135"/>
        </a:xfrm>
        <a:custGeom>
          <a:avLst/>
          <a:gdLst/>
          <a:ahLst/>
          <a:cxnLst/>
          <a:rect l="0" t="0" r="0" b="0"/>
          <a:pathLst>
            <a:path>
              <a:moveTo>
                <a:pt x="3633687" y="0"/>
              </a:moveTo>
              <a:lnTo>
                <a:pt x="3633687" y="171667"/>
              </a:lnTo>
              <a:lnTo>
                <a:pt x="0" y="171667"/>
              </a:lnTo>
              <a:lnTo>
                <a:pt x="0" y="309135"/>
              </a:lnTo>
            </a:path>
          </a:pathLst>
        </a:custGeom>
        <a:noFill/>
        <a:ln w="9525" cap="rnd" cmpd="sng" algn="ctr">
          <a:solidFill>
            <a:schemeClr val="accent2">
              <a:hueOff val="725404"/>
              <a:satOff val="-6464"/>
              <a:lumOff val="-13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7441" y="2264346"/>
        <a:ext cx="182476" cy="3397"/>
      </dsp:txXfrm>
    </dsp:sp>
    <dsp:sp modelId="{ED73F28F-B632-45F3-892D-CE8B3530B8A7}">
      <dsp:nvSpPr>
        <dsp:cNvPr id="0" name=""/>
        <dsp:cNvSpPr/>
      </dsp:nvSpPr>
      <dsp:spPr>
        <a:xfrm>
          <a:off x="4196969" y="1227012"/>
          <a:ext cx="1477108" cy="886265"/>
        </a:xfrm>
        <a:prstGeom prst="rect">
          <a:avLst/>
        </a:prstGeom>
        <a:solidFill>
          <a:schemeClr val="accent2">
            <a:hueOff val="644804"/>
            <a:satOff val="-5746"/>
            <a:lumOff val="-119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Database integration validation</a:t>
          </a:r>
        </a:p>
      </dsp:txBody>
      <dsp:txXfrm>
        <a:off x="4196969" y="1227012"/>
        <a:ext cx="1477108" cy="886265"/>
      </dsp:txXfrm>
    </dsp:sp>
    <dsp:sp modelId="{BE4D529B-CD8D-4C5F-99F9-4A5B320A9B89}">
      <dsp:nvSpPr>
        <dsp:cNvPr id="0" name=""/>
        <dsp:cNvSpPr/>
      </dsp:nvSpPr>
      <dsp:spPr>
        <a:xfrm>
          <a:off x="2038589" y="2850425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870485"/>
              <a:satOff val="-7757"/>
              <a:lumOff val="-16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4664" y="2894447"/>
        <a:ext cx="16986" cy="3397"/>
      </dsp:txXfrm>
    </dsp:sp>
    <dsp:sp modelId="{6F49A8A9-3B9D-4842-BCAC-699ACDD06C23}">
      <dsp:nvSpPr>
        <dsp:cNvPr id="0" name=""/>
        <dsp:cNvSpPr/>
      </dsp:nvSpPr>
      <dsp:spPr>
        <a:xfrm>
          <a:off x="563281" y="2453013"/>
          <a:ext cx="1477108" cy="886265"/>
        </a:xfrm>
        <a:prstGeom prst="rect">
          <a:avLst/>
        </a:prstGeom>
        <a:solidFill>
          <a:schemeClr val="accent2">
            <a:hueOff val="773765"/>
            <a:satOff val="-6895"/>
            <a:lumOff val="-143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E2E Tests (Top - 10%):</a:t>
          </a:r>
        </a:p>
      </dsp:txBody>
      <dsp:txXfrm>
        <a:off x="563281" y="2453013"/>
        <a:ext cx="1477108" cy="886265"/>
      </dsp:txXfrm>
    </dsp:sp>
    <dsp:sp modelId="{65A959B7-0751-4F97-A208-C78BD0FCD1C5}">
      <dsp:nvSpPr>
        <dsp:cNvPr id="0" name=""/>
        <dsp:cNvSpPr/>
      </dsp:nvSpPr>
      <dsp:spPr>
        <a:xfrm>
          <a:off x="3855433" y="2850425"/>
          <a:ext cx="309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9135" y="45720"/>
              </a:lnTo>
            </a:path>
          </a:pathLst>
        </a:custGeom>
        <a:noFill/>
        <a:ln w="9525" cap="rnd" cmpd="sng" algn="ctr">
          <a:solidFill>
            <a:schemeClr val="accent2">
              <a:hueOff val="1015566"/>
              <a:satOff val="-9050"/>
              <a:lumOff val="-188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1508" y="2894447"/>
        <a:ext cx="16986" cy="3397"/>
      </dsp:txXfrm>
    </dsp:sp>
    <dsp:sp modelId="{8E10DF4B-FA5B-489E-8793-CBC98815C133}">
      <dsp:nvSpPr>
        <dsp:cNvPr id="0" name=""/>
        <dsp:cNvSpPr/>
      </dsp:nvSpPr>
      <dsp:spPr>
        <a:xfrm>
          <a:off x="2380125" y="2453013"/>
          <a:ext cx="1477108" cy="886265"/>
        </a:xfrm>
        <a:prstGeom prst="rect">
          <a:avLst/>
        </a:prstGeom>
        <a:solidFill>
          <a:schemeClr val="accent2">
            <a:hueOff val="902725"/>
            <a:satOff val="-8045"/>
            <a:lumOff val="-167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Cypress for critical user journeys</a:t>
          </a:r>
        </a:p>
      </dsp:txBody>
      <dsp:txXfrm>
        <a:off x="2380125" y="2453013"/>
        <a:ext cx="1477108" cy="886265"/>
      </dsp:txXfrm>
    </dsp:sp>
    <dsp:sp modelId="{FCDEF6F3-14E0-4168-85E1-293553795C79}">
      <dsp:nvSpPr>
        <dsp:cNvPr id="0" name=""/>
        <dsp:cNvSpPr/>
      </dsp:nvSpPr>
      <dsp:spPr>
        <a:xfrm>
          <a:off x="1301835" y="3337478"/>
          <a:ext cx="3633687" cy="309135"/>
        </a:xfrm>
        <a:custGeom>
          <a:avLst/>
          <a:gdLst/>
          <a:ahLst/>
          <a:cxnLst/>
          <a:rect l="0" t="0" r="0" b="0"/>
          <a:pathLst>
            <a:path>
              <a:moveTo>
                <a:pt x="3633687" y="0"/>
              </a:moveTo>
              <a:lnTo>
                <a:pt x="3633687" y="171667"/>
              </a:lnTo>
              <a:lnTo>
                <a:pt x="0" y="171667"/>
              </a:lnTo>
              <a:lnTo>
                <a:pt x="0" y="309135"/>
              </a:lnTo>
            </a:path>
          </a:pathLst>
        </a:custGeom>
        <a:noFill/>
        <a:ln w="9525" cap="rnd" cmpd="sng" algn="ctr">
          <a:solidFill>
            <a:schemeClr val="accent2">
              <a:hueOff val="1160647"/>
              <a:satOff val="-10343"/>
              <a:lumOff val="-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7441" y="3490347"/>
        <a:ext cx="182476" cy="3397"/>
      </dsp:txXfrm>
    </dsp:sp>
    <dsp:sp modelId="{E588FF77-C2E0-4C6E-BC44-4B12291C6A35}">
      <dsp:nvSpPr>
        <dsp:cNvPr id="0" name=""/>
        <dsp:cNvSpPr/>
      </dsp:nvSpPr>
      <dsp:spPr>
        <a:xfrm>
          <a:off x="4196969" y="2453013"/>
          <a:ext cx="1477108" cy="886265"/>
        </a:xfrm>
        <a:prstGeom prst="rect">
          <a:avLst/>
        </a:prstGeom>
        <a:solidFill>
          <a:schemeClr val="accent2">
            <a:hueOff val="1031686"/>
            <a:satOff val="-9194"/>
            <a:lumOff val="-191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Full application workflow testing</a:t>
          </a:r>
        </a:p>
      </dsp:txBody>
      <dsp:txXfrm>
        <a:off x="4196969" y="2453013"/>
        <a:ext cx="1477108" cy="886265"/>
      </dsp:txXfrm>
    </dsp:sp>
    <dsp:sp modelId="{165A4C82-EA48-46F0-965D-886556AE850F}">
      <dsp:nvSpPr>
        <dsp:cNvPr id="0" name=""/>
        <dsp:cNvSpPr/>
      </dsp:nvSpPr>
      <dsp:spPr>
        <a:xfrm>
          <a:off x="563281" y="3679013"/>
          <a:ext cx="1477108" cy="886265"/>
        </a:xfrm>
        <a:prstGeom prst="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80" tIns="75975" rIns="72380" bIns="759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Best Practices: More unit tests, fewer E2E tests</a:t>
          </a:r>
        </a:p>
      </dsp:txBody>
      <dsp:txXfrm>
        <a:off x="563281" y="3679013"/>
        <a:ext cx="1477108" cy="8862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39450-14E3-4253-A633-13EA1E15E208}">
      <dsp:nvSpPr>
        <dsp:cNvPr id="0" name=""/>
        <dsp:cNvSpPr/>
      </dsp:nvSpPr>
      <dsp:spPr>
        <a:xfrm>
          <a:off x="3329" y="376434"/>
          <a:ext cx="1802899" cy="10817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Automated test execution on every commit</a:t>
          </a:r>
        </a:p>
      </dsp:txBody>
      <dsp:txXfrm>
        <a:off x="3329" y="376434"/>
        <a:ext cx="1802899" cy="1081739"/>
      </dsp:txXfrm>
    </dsp:sp>
    <dsp:sp modelId="{BCECE27A-4A7B-4D96-BED8-63ADDF9FB958}">
      <dsp:nvSpPr>
        <dsp:cNvPr id="0" name=""/>
        <dsp:cNvSpPr/>
      </dsp:nvSpPr>
      <dsp:spPr>
        <a:xfrm>
          <a:off x="1986519" y="376434"/>
          <a:ext cx="1802899" cy="10817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80%+ code coverage requirement enforcement</a:t>
          </a:r>
        </a:p>
      </dsp:txBody>
      <dsp:txXfrm>
        <a:off x="1986519" y="376434"/>
        <a:ext cx="1802899" cy="1081739"/>
      </dsp:txXfrm>
    </dsp:sp>
    <dsp:sp modelId="{50EBB93E-23BA-4079-A7E7-FB218A29B707}">
      <dsp:nvSpPr>
        <dsp:cNvPr id="0" name=""/>
        <dsp:cNvSpPr/>
      </dsp:nvSpPr>
      <dsp:spPr>
        <a:xfrm>
          <a:off x="3969709" y="376434"/>
          <a:ext cx="1802899" cy="1081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Parallel test execution for faster feedback</a:t>
          </a:r>
        </a:p>
      </dsp:txBody>
      <dsp:txXfrm>
        <a:off x="3969709" y="376434"/>
        <a:ext cx="1802899" cy="1081739"/>
      </dsp:txXfrm>
    </dsp:sp>
    <dsp:sp modelId="{F4F85CB2-FC5D-4AC0-B1EC-FCC8302E6D75}">
      <dsp:nvSpPr>
        <dsp:cNvPr id="0" name=""/>
        <dsp:cNvSpPr/>
      </dsp:nvSpPr>
      <dsp:spPr>
        <a:xfrm>
          <a:off x="5952899" y="376434"/>
          <a:ext cx="1802899" cy="10817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 data generation and seeding utilities</a:t>
          </a:r>
        </a:p>
      </dsp:txBody>
      <dsp:txXfrm>
        <a:off x="5952899" y="376434"/>
        <a:ext cx="1802899" cy="1081739"/>
      </dsp:txXfrm>
    </dsp:sp>
    <dsp:sp modelId="{2A17A925-86EE-4FC3-ACCB-FC855743DF49}">
      <dsp:nvSpPr>
        <dsp:cNvPr id="0" name=""/>
        <dsp:cNvSpPr/>
      </dsp:nvSpPr>
      <dsp:spPr>
        <a:xfrm>
          <a:off x="7936089" y="376434"/>
          <a:ext cx="1802899" cy="10817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Isolated test environment with in-memory DB</a:t>
          </a:r>
        </a:p>
      </dsp:txBody>
      <dsp:txXfrm>
        <a:off x="7936089" y="376434"/>
        <a:ext cx="1802899" cy="1081739"/>
      </dsp:txXfrm>
    </dsp:sp>
    <dsp:sp modelId="{A273E57B-A806-41E4-9F29-C02EF860AA39}">
      <dsp:nvSpPr>
        <dsp:cNvPr id="0" name=""/>
        <dsp:cNvSpPr/>
      </dsp:nvSpPr>
      <dsp:spPr>
        <a:xfrm>
          <a:off x="3329" y="1638463"/>
          <a:ext cx="1802899" cy="10817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Comprehensive test reporting and analytics</a:t>
          </a:r>
        </a:p>
      </dsp:txBody>
      <dsp:txXfrm>
        <a:off x="3329" y="1638463"/>
        <a:ext cx="1802899" cy="1081739"/>
      </dsp:txXfrm>
    </dsp:sp>
    <dsp:sp modelId="{DE4AFE7D-B50C-4CE6-A55D-BE24EBBA82C5}">
      <dsp:nvSpPr>
        <dsp:cNvPr id="0" name=""/>
        <dsp:cNvSpPr/>
      </dsp:nvSpPr>
      <dsp:spPr>
        <a:xfrm>
          <a:off x="1986519" y="1638463"/>
          <a:ext cx="1802899" cy="10817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Reusable test fixtures and mock factories</a:t>
          </a:r>
        </a:p>
      </dsp:txBody>
      <dsp:txXfrm>
        <a:off x="1986519" y="1638463"/>
        <a:ext cx="1802899" cy="1081739"/>
      </dsp:txXfrm>
    </dsp:sp>
    <dsp:sp modelId="{E5FFCC81-328C-4738-BC07-FB5D97832DF5}">
      <dsp:nvSpPr>
        <dsp:cNvPr id="0" name=""/>
        <dsp:cNvSpPr/>
      </dsp:nvSpPr>
      <dsp:spPr>
        <a:xfrm>
          <a:off x="3969709" y="1638463"/>
          <a:ext cx="1802899" cy="10817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Automatic dependency vulnerability scanning</a:t>
          </a:r>
        </a:p>
      </dsp:txBody>
      <dsp:txXfrm>
        <a:off x="3969709" y="1638463"/>
        <a:ext cx="1802899" cy="1081739"/>
      </dsp:txXfrm>
    </dsp:sp>
    <dsp:sp modelId="{FDADB8EA-6919-4F0D-864F-6E01ED25365D}">
      <dsp:nvSpPr>
        <dsp:cNvPr id="0" name=""/>
        <dsp:cNvSpPr/>
      </dsp:nvSpPr>
      <dsp:spPr>
        <a:xfrm>
          <a:off x="5952899" y="1638463"/>
          <a:ext cx="1802899" cy="10817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Code quality checks with ESLint</a:t>
          </a:r>
        </a:p>
      </dsp:txBody>
      <dsp:txXfrm>
        <a:off x="5952899" y="1638463"/>
        <a:ext cx="1802899" cy="1081739"/>
      </dsp:txXfrm>
    </dsp:sp>
    <dsp:sp modelId="{4E37850B-A909-4C2E-AD1E-3801B969857C}">
      <dsp:nvSpPr>
        <dsp:cNvPr id="0" name=""/>
        <dsp:cNvSpPr/>
      </dsp:nvSpPr>
      <dsp:spPr>
        <a:xfrm>
          <a:off x="7936089" y="1638463"/>
          <a:ext cx="1802899" cy="10817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Fail-fast approach with quality gates</a:t>
          </a:r>
        </a:p>
      </dsp:txBody>
      <dsp:txXfrm>
        <a:off x="7936089" y="1638463"/>
        <a:ext cx="1802899" cy="10817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D9CDF-DB84-40F5-8A85-776C4F61EF8A}">
      <dsp:nvSpPr>
        <dsp:cNvPr id="0" name=""/>
        <dsp:cNvSpPr/>
      </dsp:nvSpPr>
      <dsp:spPr>
        <a:xfrm>
          <a:off x="0" y="9217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API Endpoint Testing with Supertest</a:t>
          </a:r>
        </a:p>
      </dsp:txBody>
      <dsp:txXfrm>
        <a:off x="15221" y="24438"/>
        <a:ext cx="9988270" cy="281363"/>
      </dsp:txXfrm>
    </dsp:sp>
    <dsp:sp modelId="{DC8FF4DF-2F63-4EA4-A416-529453FD8BD2}">
      <dsp:nvSpPr>
        <dsp:cNvPr id="0" name=""/>
        <dsp:cNvSpPr/>
      </dsp:nvSpPr>
      <dsp:spPr>
        <a:xfrm>
          <a:off x="0" y="358462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Database Integration:</a:t>
          </a:r>
        </a:p>
      </dsp:txBody>
      <dsp:txXfrm>
        <a:off x="15221" y="373683"/>
        <a:ext cx="9988270" cy="281363"/>
      </dsp:txXfrm>
    </dsp:sp>
    <dsp:sp modelId="{38C56996-497B-4B94-B4BF-35788A92EA96}">
      <dsp:nvSpPr>
        <dsp:cNvPr id="0" name=""/>
        <dsp:cNvSpPr/>
      </dsp:nvSpPr>
      <dsp:spPr>
        <a:xfrm>
          <a:off x="0" y="707707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MongoDB memory server for isolation</a:t>
          </a:r>
        </a:p>
      </dsp:txBody>
      <dsp:txXfrm>
        <a:off x="15221" y="722928"/>
        <a:ext cx="9988270" cy="281363"/>
      </dsp:txXfrm>
    </dsp:sp>
    <dsp:sp modelId="{551371AB-FF2D-446D-A5A0-59DFBF5FE0B5}">
      <dsp:nvSpPr>
        <dsp:cNvPr id="0" name=""/>
        <dsp:cNvSpPr/>
      </dsp:nvSpPr>
      <dsp:spPr>
        <a:xfrm>
          <a:off x="0" y="1056952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Test data seeding before each test</a:t>
          </a:r>
        </a:p>
      </dsp:txBody>
      <dsp:txXfrm>
        <a:off x="15221" y="1072173"/>
        <a:ext cx="9988270" cy="281363"/>
      </dsp:txXfrm>
    </dsp:sp>
    <dsp:sp modelId="{DFC8B39A-2740-4C1F-A465-6CA08BE19FFC}">
      <dsp:nvSpPr>
        <dsp:cNvPr id="0" name=""/>
        <dsp:cNvSpPr/>
      </dsp:nvSpPr>
      <dsp:spPr>
        <a:xfrm>
          <a:off x="0" y="1406197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Automatic cleanup after tests</a:t>
          </a:r>
        </a:p>
      </dsp:txBody>
      <dsp:txXfrm>
        <a:off x="15221" y="1421418"/>
        <a:ext cx="9988270" cy="281363"/>
      </dsp:txXfrm>
    </dsp:sp>
    <dsp:sp modelId="{DDB5D967-A2AC-4B8F-8692-B7CFAAA38B9D}">
      <dsp:nvSpPr>
        <dsp:cNvPr id="0" name=""/>
        <dsp:cNvSpPr/>
      </dsp:nvSpPr>
      <dsp:spPr>
        <a:xfrm>
          <a:off x="0" y="1755442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Middleware and Authentication testing</a:t>
          </a:r>
        </a:p>
      </dsp:txBody>
      <dsp:txXfrm>
        <a:off x="15221" y="1770663"/>
        <a:ext cx="9988270" cy="281363"/>
      </dsp:txXfrm>
    </dsp:sp>
    <dsp:sp modelId="{B50FAC6D-FE5A-4841-97C6-74E10E4ED74A}">
      <dsp:nvSpPr>
        <dsp:cNvPr id="0" name=""/>
        <dsp:cNvSpPr/>
      </dsp:nvSpPr>
      <dsp:spPr>
        <a:xfrm>
          <a:off x="0" y="2104687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Request/Response validation</a:t>
          </a:r>
        </a:p>
      </dsp:txBody>
      <dsp:txXfrm>
        <a:off x="15221" y="2119908"/>
        <a:ext cx="9988270" cy="281363"/>
      </dsp:txXfrm>
    </dsp:sp>
    <dsp:sp modelId="{F9E3C443-DB11-4B90-AECE-78C996175DEE}">
      <dsp:nvSpPr>
        <dsp:cNvPr id="0" name=""/>
        <dsp:cNvSpPr/>
      </dsp:nvSpPr>
      <dsp:spPr>
        <a:xfrm>
          <a:off x="0" y="2453932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Error handling verification</a:t>
          </a:r>
        </a:p>
      </dsp:txBody>
      <dsp:txXfrm>
        <a:off x="15221" y="2469153"/>
        <a:ext cx="9988270" cy="281363"/>
      </dsp:txXfrm>
    </dsp:sp>
    <dsp:sp modelId="{23A266F6-E218-4A8F-AA65-22AD6CAD5D81}">
      <dsp:nvSpPr>
        <dsp:cNvPr id="0" name=""/>
        <dsp:cNvSpPr/>
      </dsp:nvSpPr>
      <dsp:spPr>
        <a:xfrm>
          <a:off x="0" y="2803178"/>
          <a:ext cx="10018712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Performance and timeout testing</a:t>
          </a:r>
        </a:p>
      </dsp:txBody>
      <dsp:txXfrm>
        <a:off x="15221" y="2818399"/>
        <a:ext cx="9988270" cy="2813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2246A-C3A3-440B-9813-6FFED07F5F00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25677-7112-4949-A9AE-B939AEDB4F2A}">
      <dsp:nvSpPr>
        <dsp:cNvPr id="0" name=""/>
        <dsp:cNvSpPr/>
      </dsp:nvSpPr>
      <dsp:spPr>
        <a:xfrm>
          <a:off x="0" y="62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Automated Workflow Jobs:</a:t>
          </a:r>
        </a:p>
      </dsp:txBody>
      <dsp:txXfrm>
        <a:off x="0" y="623"/>
        <a:ext cx="6492875" cy="510415"/>
      </dsp:txXfrm>
    </dsp:sp>
    <dsp:sp modelId="{C518BA46-70A4-41C5-816F-2D532128D617}">
      <dsp:nvSpPr>
        <dsp:cNvPr id="0" name=""/>
        <dsp:cNvSpPr/>
      </dsp:nvSpPr>
      <dsp:spPr>
        <a:xfrm>
          <a:off x="0" y="511038"/>
          <a:ext cx="6492875" cy="0"/>
        </a:xfrm>
        <a:prstGeom prst="line">
          <a:avLst/>
        </a:prstGeom>
        <a:solidFill>
          <a:schemeClr val="accent2">
            <a:hueOff val="128961"/>
            <a:satOff val="-1149"/>
            <a:lumOff val="-240"/>
            <a:alphaOff val="0"/>
          </a:schemeClr>
        </a:solidFill>
        <a:ln w="15875" cap="rnd" cmpd="sng" algn="ctr">
          <a:solidFill>
            <a:schemeClr val="accent2">
              <a:hueOff val="128961"/>
              <a:satOff val="-1149"/>
              <a:lumOff val="-2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8266A-8BDE-40E3-B2E7-260610E132C1}">
      <dsp:nvSpPr>
        <dsp:cNvPr id="0" name=""/>
        <dsp:cNvSpPr/>
      </dsp:nvSpPr>
      <dsp:spPr>
        <a:xfrm>
          <a:off x="0" y="511038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Lint - Code quality checks</a:t>
          </a:r>
        </a:p>
      </dsp:txBody>
      <dsp:txXfrm>
        <a:off x="0" y="511038"/>
        <a:ext cx="6492875" cy="510415"/>
      </dsp:txXfrm>
    </dsp:sp>
    <dsp:sp modelId="{D5B4627F-212A-4FAB-9342-ED449E3D2866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257922"/>
            <a:satOff val="-2298"/>
            <a:lumOff val="-479"/>
            <a:alphaOff val="0"/>
          </a:schemeClr>
        </a:solidFill>
        <a:ln w="15875" cap="rnd" cmpd="sng" algn="ctr">
          <a:solidFill>
            <a:schemeClr val="accent2">
              <a:hueOff val="257922"/>
              <a:satOff val="-2298"/>
              <a:lumOff val="-4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86BA6-02C7-4251-819E-FF938A154B46}">
      <dsp:nvSpPr>
        <dsp:cNvPr id="0" name=""/>
        <dsp:cNvSpPr/>
      </dsp:nvSpPr>
      <dsp:spPr>
        <a:xfrm>
          <a:off x="0" y="1021453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Unit Tests - Fast component tests</a:t>
          </a:r>
        </a:p>
      </dsp:txBody>
      <dsp:txXfrm>
        <a:off x="0" y="1021453"/>
        <a:ext cx="6492875" cy="510415"/>
      </dsp:txXfrm>
    </dsp:sp>
    <dsp:sp modelId="{0EF7F3B0-7846-4C83-85ED-FDBEE63009FF}">
      <dsp:nvSpPr>
        <dsp:cNvPr id="0" name=""/>
        <dsp:cNvSpPr/>
      </dsp:nvSpPr>
      <dsp:spPr>
        <a:xfrm>
          <a:off x="0" y="1531869"/>
          <a:ext cx="6492875" cy="0"/>
        </a:xfrm>
        <a:prstGeom prst="line">
          <a:avLst/>
        </a:prstGeom>
        <a:solidFill>
          <a:schemeClr val="accent2">
            <a:hueOff val="386882"/>
            <a:satOff val="-3448"/>
            <a:lumOff val="-719"/>
            <a:alphaOff val="0"/>
          </a:schemeClr>
        </a:solidFill>
        <a:ln w="15875" cap="rnd" cmpd="sng" algn="ctr">
          <a:solidFill>
            <a:schemeClr val="accent2">
              <a:hueOff val="386882"/>
              <a:satOff val="-3448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861E6-3871-401E-9513-330A8897F7E9}">
      <dsp:nvSpPr>
        <dsp:cNvPr id="0" name=""/>
        <dsp:cNvSpPr/>
      </dsp:nvSpPr>
      <dsp:spPr>
        <a:xfrm>
          <a:off x="0" y="1531869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Integration Tests - API &amp; DB tests</a:t>
          </a:r>
        </a:p>
      </dsp:txBody>
      <dsp:txXfrm>
        <a:off x="0" y="1531869"/>
        <a:ext cx="6492875" cy="510415"/>
      </dsp:txXfrm>
    </dsp:sp>
    <dsp:sp modelId="{3501E2BC-24F6-4E53-BFB7-B76069462329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515843"/>
            <a:satOff val="-4597"/>
            <a:lumOff val="-959"/>
            <a:alphaOff val="0"/>
          </a:schemeClr>
        </a:solidFill>
        <a:ln w="15875" cap="rnd" cmpd="sng" algn="ctr">
          <a:solidFill>
            <a:schemeClr val="accent2">
              <a:hueOff val="515843"/>
              <a:satOff val="-4597"/>
              <a:lumOff val="-9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625C0-0831-49C1-99A7-EA8A4C521341}">
      <dsp:nvSpPr>
        <dsp:cNvPr id="0" name=""/>
        <dsp:cNvSpPr/>
      </dsp:nvSpPr>
      <dsp:spPr>
        <a:xfrm>
          <a:off x="0" y="2042284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E2E Tests - Critical user flows</a:t>
          </a:r>
        </a:p>
      </dsp:txBody>
      <dsp:txXfrm>
        <a:off x="0" y="2042284"/>
        <a:ext cx="6492875" cy="510415"/>
      </dsp:txXfrm>
    </dsp:sp>
    <dsp:sp modelId="{C5CD8BA5-F348-480C-BBB2-F1231F3BA403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644804"/>
            <a:satOff val="-5746"/>
            <a:lumOff val="-1198"/>
            <a:alphaOff val="0"/>
          </a:schemeClr>
        </a:solidFill>
        <a:ln w="15875" cap="rnd" cmpd="sng" algn="ctr">
          <a:solidFill>
            <a:schemeClr val="accent2">
              <a:hueOff val="644804"/>
              <a:satOff val="-5746"/>
              <a:lumOff val="-11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9A882-2040-4F9E-98C9-F0CD2B878033}">
      <dsp:nvSpPr>
        <dsp:cNvPr id="0" name=""/>
        <dsp:cNvSpPr/>
      </dsp:nvSpPr>
      <dsp:spPr>
        <a:xfrm>
          <a:off x="0" y="255270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 Coverage - Generate and upload reports</a:t>
          </a:r>
        </a:p>
      </dsp:txBody>
      <dsp:txXfrm>
        <a:off x="0" y="2552700"/>
        <a:ext cx="6492875" cy="510415"/>
      </dsp:txXfrm>
    </dsp:sp>
    <dsp:sp modelId="{C8AEC8D8-B650-4E45-879A-5A379B57D0D7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773765"/>
            <a:satOff val="-6895"/>
            <a:lumOff val="-1438"/>
            <a:alphaOff val="0"/>
          </a:schemeClr>
        </a:solidFill>
        <a:ln w="15875" cap="rnd" cmpd="sng" algn="ctr">
          <a:solidFill>
            <a:schemeClr val="accent2">
              <a:hueOff val="773765"/>
              <a:satOff val="-689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304E1-5752-498D-8B05-BB98CC6237E8}">
      <dsp:nvSpPr>
        <dsp:cNvPr id="0" name=""/>
        <dsp:cNvSpPr/>
      </dsp:nvSpPr>
      <dsp:spPr>
        <a:xfrm>
          <a:off x="0" y="3063115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6. Security Audit - Dependency scanning</a:t>
          </a:r>
        </a:p>
      </dsp:txBody>
      <dsp:txXfrm>
        <a:off x="0" y="3063115"/>
        <a:ext cx="6492875" cy="510415"/>
      </dsp:txXfrm>
    </dsp:sp>
    <dsp:sp modelId="{3875D24C-FDE8-4C9B-8E1F-4F7C01BD05D3}">
      <dsp:nvSpPr>
        <dsp:cNvPr id="0" name=""/>
        <dsp:cNvSpPr/>
      </dsp:nvSpPr>
      <dsp:spPr>
        <a:xfrm>
          <a:off x="0" y="3573530"/>
          <a:ext cx="6492875" cy="0"/>
        </a:xfrm>
        <a:prstGeom prst="line">
          <a:avLst/>
        </a:prstGeom>
        <a:solidFill>
          <a:schemeClr val="accent2">
            <a:hueOff val="902725"/>
            <a:satOff val="-8045"/>
            <a:lumOff val="-1678"/>
            <a:alphaOff val="0"/>
          </a:schemeClr>
        </a:solidFill>
        <a:ln w="15875" cap="rnd" cmpd="sng" algn="ctr">
          <a:solidFill>
            <a:schemeClr val="accent2">
              <a:hueOff val="902725"/>
              <a:satOff val="-8045"/>
              <a:lumOff val="-16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DF378-F4F5-4DF0-B058-FCF3BAEBF414}">
      <dsp:nvSpPr>
        <dsp:cNvPr id="0" name=""/>
        <dsp:cNvSpPr/>
      </dsp:nvSpPr>
      <dsp:spPr>
        <a:xfrm>
          <a:off x="0" y="3573530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Triggers: Push, Pull Request, Schedule</a:t>
          </a:r>
        </a:p>
      </dsp:txBody>
      <dsp:txXfrm>
        <a:off x="0" y="3573530"/>
        <a:ext cx="6492875" cy="510415"/>
      </dsp:txXfrm>
    </dsp:sp>
    <dsp:sp modelId="{12ABB084-5655-4182-8E5C-9DD2DD126D17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1031686"/>
            <a:satOff val="-9194"/>
            <a:lumOff val="-1917"/>
            <a:alphaOff val="0"/>
          </a:schemeClr>
        </a:solidFill>
        <a:ln w="15875" cap="rnd" cmpd="sng" algn="ctr">
          <a:solidFill>
            <a:schemeClr val="accent2">
              <a:hueOff val="1031686"/>
              <a:satOff val="-9194"/>
              <a:lumOff val="-19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F8B18-0430-4C70-9E94-288E3F87F557}">
      <dsp:nvSpPr>
        <dsp:cNvPr id="0" name=""/>
        <dsp:cNvSpPr/>
      </dsp:nvSpPr>
      <dsp:spPr>
        <a:xfrm>
          <a:off x="0" y="4083946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Parallel execution for speed</a:t>
          </a:r>
        </a:p>
      </dsp:txBody>
      <dsp:txXfrm>
        <a:off x="0" y="4083946"/>
        <a:ext cx="6492875" cy="510415"/>
      </dsp:txXfrm>
    </dsp:sp>
    <dsp:sp modelId="{D6C37859-2739-42CD-9AC6-391C6AF9F5A1}">
      <dsp:nvSpPr>
        <dsp:cNvPr id="0" name=""/>
        <dsp:cNvSpPr/>
      </dsp:nvSpPr>
      <dsp:spPr>
        <a:xfrm>
          <a:off x="0" y="4594361"/>
          <a:ext cx="6492875" cy="0"/>
        </a:xfrm>
        <a:prstGeom prst="line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accent2">
              <a:hueOff val="1160647"/>
              <a:satOff val="-10343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65EE7-8F78-4CC9-A1F9-B45A85500049}">
      <dsp:nvSpPr>
        <dsp:cNvPr id="0" name=""/>
        <dsp:cNvSpPr/>
      </dsp:nvSpPr>
      <dsp:spPr>
        <a:xfrm>
          <a:off x="0" y="4594361"/>
          <a:ext cx="6492875" cy="510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Artifact storage for test reports</a:t>
          </a:r>
        </a:p>
      </dsp:txBody>
      <dsp:txXfrm>
        <a:off x="0" y="4594361"/>
        <a:ext cx="6492875" cy="5104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11E95-4301-40B0-BFD7-98C7BB880147}">
      <dsp:nvSpPr>
        <dsp:cNvPr id="0" name=""/>
        <dsp:cNvSpPr/>
      </dsp:nvSpPr>
      <dsp:spPr>
        <a:xfrm>
          <a:off x="0" y="100365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Automated Quality Enforcement:</a:t>
          </a:r>
        </a:p>
      </dsp:txBody>
      <dsp:txXfrm>
        <a:off x="12879" y="113244"/>
        <a:ext cx="9992954" cy="238077"/>
      </dsp:txXfrm>
    </dsp:sp>
    <dsp:sp modelId="{16FF5481-A3F8-4BA5-AEE8-B1190B11214A}">
      <dsp:nvSpPr>
        <dsp:cNvPr id="0" name=""/>
        <dsp:cNvSpPr/>
      </dsp:nvSpPr>
      <dsp:spPr>
        <a:xfrm>
          <a:off x="0" y="395880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Minimum 80% code coverage required</a:t>
          </a:r>
        </a:p>
      </dsp:txBody>
      <dsp:txXfrm>
        <a:off x="12879" y="408759"/>
        <a:ext cx="9992954" cy="238077"/>
      </dsp:txXfrm>
    </dsp:sp>
    <dsp:sp modelId="{572CE9E8-BB06-4466-B35E-702E2D944A0B}">
      <dsp:nvSpPr>
        <dsp:cNvPr id="0" name=""/>
        <dsp:cNvSpPr/>
      </dsp:nvSpPr>
      <dsp:spPr>
        <a:xfrm>
          <a:off x="0" y="691395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All tests must pass before merge</a:t>
          </a:r>
        </a:p>
      </dsp:txBody>
      <dsp:txXfrm>
        <a:off x="12879" y="704274"/>
        <a:ext cx="9992954" cy="238077"/>
      </dsp:txXfrm>
    </dsp:sp>
    <dsp:sp modelId="{79432161-B525-4F16-A558-7FE42AE3D2ED}">
      <dsp:nvSpPr>
        <dsp:cNvPr id="0" name=""/>
        <dsp:cNvSpPr/>
      </dsp:nvSpPr>
      <dsp:spPr>
        <a:xfrm>
          <a:off x="0" y="986910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ESLint with zero errors policy</a:t>
          </a:r>
        </a:p>
      </dsp:txBody>
      <dsp:txXfrm>
        <a:off x="12879" y="999789"/>
        <a:ext cx="9992954" cy="238077"/>
      </dsp:txXfrm>
    </dsp:sp>
    <dsp:sp modelId="{816ECA20-659B-4464-BF58-92C2F7E9EF60}">
      <dsp:nvSpPr>
        <dsp:cNvPr id="0" name=""/>
        <dsp:cNvSpPr/>
      </dsp:nvSpPr>
      <dsp:spPr>
        <a:xfrm>
          <a:off x="0" y="1282425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No high-severity security vulnerabilities</a:t>
          </a:r>
        </a:p>
      </dsp:txBody>
      <dsp:txXfrm>
        <a:off x="12879" y="1295304"/>
        <a:ext cx="9992954" cy="238077"/>
      </dsp:txXfrm>
    </dsp:sp>
    <dsp:sp modelId="{4AF78C01-68BE-4658-80F4-6CEE278A91AA}">
      <dsp:nvSpPr>
        <dsp:cNvPr id="0" name=""/>
        <dsp:cNvSpPr/>
      </dsp:nvSpPr>
      <dsp:spPr>
        <a:xfrm>
          <a:off x="0" y="1577940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Coverage Reports:</a:t>
          </a:r>
        </a:p>
      </dsp:txBody>
      <dsp:txXfrm>
        <a:off x="12879" y="1590819"/>
        <a:ext cx="9992954" cy="238077"/>
      </dsp:txXfrm>
    </dsp:sp>
    <dsp:sp modelId="{AD7363AC-87E6-4C9B-88B0-F8AC38C677F2}">
      <dsp:nvSpPr>
        <dsp:cNvPr id="0" name=""/>
        <dsp:cNvSpPr/>
      </dsp:nvSpPr>
      <dsp:spPr>
        <a:xfrm>
          <a:off x="0" y="1873455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Detailed line-by-line coverage</a:t>
          </a:r>
        </a:p>
      </dsp:txBody>
      <dsp:txXfrm>
        <a:off x="12879" y="1886334"/>
        <a:ext cx="9992954" cy="238077"/>
      </dsp:txXfrm>
    </dsp:sp>
    <dsp:sp modelId="{26DB1817-AB22-4A36-90C5-77942FACEEFE}">
      <dsp:nvSpPr>
        <dsp:cNvPr id="0" name=""/>
        <dsp:cNvSpPr/>
      </dsp:nvSpPr>
      <dsp:spPr>
        <a:xfrm>
          <a:off x="0" y="2168970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Branch coverage analysis</a:t>
          </a:r>
        </a:p>
      </dsp:txBody>
      <dsp:txXfrm>
        <a:off x="12879" y="2181849"/>
        <a:ext cx="9992954" cy="238077"/>
      </dsp:txXfrm>
    </dsp:sp>
    <dsp:sp modelId="{EFDF5BF3-59A5-4B48-A1F1-E84C89E2B68A}">
      <dsp:nvSpPr>
        <dsp:cNvPr id="0" name=""/>
        <dsp:cNvSpPr/>
      </dsp:nvSpPr>
      <dsp:spPr>
        <a:xfrm>
          <a:off x="0" y="2464485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Historical trends tracking</a:t>
          </a:r>
        </a:p>
      </dsp:txBody>
      <dsp:txXfrm>
        <a:off x="12879" y="2477364"/>
        <a:ext cx="9992954" cy="238077"/>
      </dsp:txXfrm>
    </dsp:sp>
    <dsp:sp modelId="{5C3BE236-6E49-40D9-8210-ACACCA70510C}">
      <dsp:nvSpPr>
        <dsp:cNvPr id="0" name=""/>
        <dsp:cNvSpPr/>
      </dsp:nvSpPr>
      <dsp:spPr>
        <a:xfrm>
          <a:off x="0" y="2760000"/>
          <a:ext cx="10018712" cy="263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Fail-fast approach saves time and resources</a:t>
          </a:r>
        </a:p>
      </dsp:txBody>
      <dsp:txXfrm>
        <a:off x="12879" y="2772879"/>
        <a:ext cx="9992954" cy="2380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1E1F9-8EBF-4B3E-93F9-6FE3E9ED7687}">
      <dsp:nvSpPr>
        <dsp:cNvPr id="0" name=""/>
        <dsp:cNvSpPr/>
      </dsp:nvSpPr>
      <dsp:spPr>
        <a:xfrm>
          <a:off x="795920" y="1568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Organized Test Directory:</a:t>
          </a:r>
        </a:p>
      </dsp:txBody>
      <dsp:txXfrm>
        <a:off x="795920" y="1568"/>
        <a:ext cx="1560531" cy="936319"/>
      </dsp:txXfrm>
    </dsp:sp>
    <dsp:sp modelId="{04E5C3D2-B247-490A-85CA-7DC55A7C21A9}">
      <dsp:nvSpPr>
        <dsp:cNvPr id="0" name=""/>
        <dsp:cNvSpPr/>
      </dsp:nvSpPr>
      <dsp:spPr>
        <a:xfrm>
          <a:off x="2512505" y="1568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/tests</a:t>
          </a:r>
        </a:p>
      </dsp:txBody>
      <dsp:txXfrm>
        <a:off x="2512505" y="1568"/>
        <a:ext cx="1560531" cy="936319"/>
      </dsp:txXfrm>
    </dsp:sp>
    <dsp:sp modelId="{A2F964B6-620F-4165-9078-F3E0837366B2}">
      <dsp:nvSpPr>
        <dsp:cNvPr id="0" name=""/>
        <dsp:cNvSpPr/>
      </dsp:nvSpPr>
      <dsp:spPr>
        <a:xfrm>
          <a:off x="4229090" y="1568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/unit - Component &amp; function tests</a:t>
          </a:r>
        </a:p>
      </dsp:txBody>
      <dsp:txXfrm>
        <a:off x="4229090" y="1568"/>
        <a:ext cx="1560531" cy="936319"/>
      </dsp:txXfrm>
    </dsp:sp>
    <dsp:sp modelId="{93630902-276C-4953-891C-913393B5D896}">
      <dsp:nvSpPr>
        <dsp:cNvPr id="0" name=""/>
        <dsp:cNvSpPr/>
      </dsp:nvSpPr>
      <dsp:spPr>
        <a:xfrm>
          <a:off x="5945675" y="1568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/integration - API &amp; database tests</a:t>
          </a:r>
        </a:p>
      </dsp:txBody>
      <dsp:txXfrm>
        <a:off x="5945675" y="1568"/>
        <a:ext cx="1560531" cy="936319"/>
      </dsp:txXfrm>
    </dsp:sp>
    <dsp:sp modelId="{86E8D074-18E5-467A-AD66-EBF954189A71}">
      <dsp:nvSpPr>
        <dsp:cNvPr id="0" name=""/>
        <dsp:cNvSpPr/>
      </dsp:nvSpPr>
      <dsp:spPr>
        <a:xfrm>
          <a:off x="7662260" y="1568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/e2e - Cypress end-to-end tests</a:t>
          </a:r>
        </a:p>
      </dsp:txBody>
      <dsp:txXfrm>
        <a:off x="7662260" y="1568"/>
        <a:ext cx="1560531" cy="936319"/>
      </dsp:txXfrm>
    </dsp:sp>
    <dsp:sp modelId="{1FE8B13C-9EB5-44FB-9CD6-40C91F077E99}">
      <dsp:nvSpPr>
        <dsp:cNvPr id="0" name=""/>
        <dsp:cNvSpPr/>
      </dsp:nvSpPr>
      <dsp:spPr>
        <a:xfrm>
          <a:off x="795920" y="1093940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/fixtures - Test data files</a:t>
          </a:r>
        </a:p>
      </dsp:txBody>
      <dsp:txXfrm>
        <a:off x="795920" y="1093940"/>
        <a:ext cx="1560531" cy="936319"/>
      </dsp:txXfrm>
    </dsp:sp>
    <dsp:sp modelId="{2528FD30-CBD1-46F3-B654-22A92CE11C47}">
      <dsp:nvSpPr>
        <dsp:cNvPr id="0" name=""/>
        <dsp:cNvSpPr/>
      </dsp:nvSpPr>
      <dsp:spPr>
        <a:xfrm>
          <a:off x="2512505" y="1093940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/helpers - Utility functions</a:t>
          </a:r>
        </a:p>
      </dsp:txBody>
      <dsp:txXfrm>
        <a:off x="2512505" y="1093940"/>
        <a:ext cx="1560531" cy="936319"/>
      </dsp:txXfrm>
    </dsp:sp>
    <dsp:sp modelId="{C314BD29-1106-4B37-862A-813D5997F714}">
      <dsp:nvSpPr>
        <dsp:cNvPr id="0" name=""/>
        <dsp:cNvSpPr/>
      </dsp:nvSpPr>
      <dsp:spPr>
        <a:xfrm>
          <a:off x="4229090" y="1093940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/mocks - Mock factories</a:t>
          </a:r>
        </a:p>
      </dsp:txBody>
      <dsp:txXfrm>
        <a:off x="4229090" y="1093940"/>
        <a:ext cx="1560531" cy="936319"/>
      </dsp:txXfrm>
    </dsp:sp>
    <dsp:sp modelId="{BE2B16DA-B050-44AC-A67D-9AC2AB698285}">
      <dsp:nvSpPr>
        <dsp:cNvPr id="0" name=""/>
        <dsp:cNvSpPr/>
      </dsp:nvSpPr>
      <dsp:spPr>
        <a:xfrm>
          <a:off x="5945675" y="1093940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Configuration Files:</a:t>
          </a:r>
        </a:p>
      </dsp:txBody>
      <dsp:txXfrm>
        <a:off x="5945675" y="1093940"/>
        <a:ext cx="1560531" cy="936319"/>
      </dsp:txXfrm>
    </dsp:sp>
    <dsp:sp modelId="{5BCF27FB-174D-4E50-9868-56BA6AE58919}">
      <dsp:nvSpPr>
        <dsp:cNvPr id="0" name=""/>
        <dsp:cNvSpPr/>
      </dsp:nvSpPr>
      <dsp:spPr>
        <a:xfrm>
          <a:off x="7662260" y="1093940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jest.config.js, cypress.config.js, .env.test</a:t>
          </a:r>
        </a:p>
      </dsp:txBody>
      <dsp:txXfrm>
        <a:off x="7662260" y="1093940"/>
        <a:ext cx="1560531" cy="936319"/>
      </dsp:txXfrm>
    </dsp:sp>
    <dsp:sp modelId="{B6B65C73-FCCD-4A1C-8A7F-E5D0EE6597EC}">
      <dsp:nvSpPr>
        <dsp:cNvPr id="0" name=""/>
        <dsp:cNvSpPr/>
      </dsp:nvSpPr>
      <dsp:spPr>
        <a:xfrm>
          <a:off x="4229090" y="2186313"/>
          <a:ext cx="1560531" cy="936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GitHub Actions workflow in .github/workflows/</a:t>
          </a:r>
        </a:p>
      </dsp:txBody>
      <dsp:txXfrm>
        <a:off x="4229090" y="2186313"/>
        <a:ext cx="1560531" cy="9363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A6CC8-7E80-4797-954B-C35AAC5E8D45}">
      <dsp:nvSpPr>
        <dsp:cNvPr id="0" name=""/>
        <dsp:cNvSpPr/>
      </dsp:nvSpPr>
      <dsp:spPr>
        <a:xfrm>
          <a:off x="0" y="44197"/>
          <a:ext cx="6492875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Current Limitations:</a:t>
          </a:r>
        </a:p>
      </dsp:txBody>
      <dsp:txXfrm>
        <a:off x="24588" y="68785"/>
        <a:ext cx="6443699" cy="454509"/>
      </dsp:txXfrm>
    </dsp:sp>
    <dsp:sp modelId="{45C69792-701F-42B0-8B76-34EA83083F9C}">
      <dsp:nvSpPr>
        <dsp:cNvPr id="0" name=""/>
        <dsp:cNvSpPr/>
      </dsp:nvSpPr>
      <dsp:spPr>
        <a:xfrm>
          <a:off x="0" y="608362"/>
          <a:ext cx="6492875" cy="503685"/>
        </a:xfrm>
        <a:prstGeom prst="roundRect">
          <a:avLst/>
        </a:prstGeom>
        <a:solidFill>
          <a:schemeClr val="accent2">
            <a:hueOff val="145081"/>
            <a:satOff val="-1293"/>
            <a:lumOff val="-27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E2E tests slower than unit/integration tests</a:t>
          </a:r>
        </a:p>
      </dsp:txBody>
      <dsp:txXfrm>
        <a:off x="24588" y="632950"/>
        <a:ext cx="6443699" cy="454509"/>
      </dsp:txXfrm>
    </dsp:sp>
    <dsp:sp modelId="{1B484C1A-06EC-4880-915E-A7B2732F5048}">
      <dsp:nvSpPr>
        <dsp:cNvPr id="0" name=""/>
        <dsp:cNvSpPr/>
      </dsp:nvSpPr>
      <dsp:spPr>
        <a:xfrm>
          <a:off x="0" y="1172527"/>
          <a:ext cx="6492875" cy="503685"/>
        </a:xfrm>
        <a:prstGeom prst="roundRect">
          <a:avLst/>
        </a:prstGeom>
        <a:solidFill>
          <a:schemeClr val="accent2">
            <a:hueOff val="290162"/>
            <a:satOff val="-2586"/>
            <a:lumOff val="-53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 maintenance overhead as codebase grows</a:t>
          </a:r>
        </a:p>
      </dsp:txBody>
      <dsp:txXfrm>
        <a:off x="24588" y="1197115"/>
        <a:ext cx="6443699" cy="454509"/>
      </dsp:txXfrm>
    </dsp:sp>
    <dsp:sp modelId="{10BF4135-5A1D-48D8-BBBE-C19C44FC3F93}">
      <dsp:nvSpPr>
        <dsp:cNvPr id="0" name=""/>
        <dsp:cNvSpPr/>
      </dsp:nvSpPr>
      <dsp:spPr>
        <a:xfrm>
          <a:off x="0" y="1736692"/>
          <a:ext cx="6492875" cy="503685"/>
        </a:xfrm>
        <a:prstGeom prst="roundRect">
          <a:avLst/>
        </a:prstGeom>
        <a:solidFill>
          <a:schemeClr val="accent2">
            <a:hueOff val="435243"/>
            <a:satOff val="-3879"/>
            <a:lumOff val="-80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Initial setup complexity for new developers</a:t>
          </a:r>
        </a:p>
      </dsp:txBody>
      <dsp:txXfrm>
        <a:off x="24588" y="1761280"/>
        <a:ext cx="6443699" cy="454509"/>
      </dsp:txXfrm>
    </dsp:sp>
    <dsp:sp modelId="{7836B607-70BD-48E2-8CBE-7FE5877BE14F}">
      <dsp:nvSpPr>
        <dsp:cNvPr id="0" name=""/>
        <dsp:cNvSpPr/>
      </dsp:nvSpPr>
      <dsp:spPr>
        <a:xfrm>
          <a:off x="0" y="2300857"/>
          <a:ext cx="6492875" cy="503685"/>
        </a:xfrm>
        <a:prstGeom prst="roundRect">
          <a:avLst/>
        </a:prstGeom>
        <a:solidFill>
          <a:schemeClr val="accent2">
            <a:hueOff val="580323"/>
            <a:satOff val="-5172"/>
            <a:lumOff val="-107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Limited visual regression testing</a:t>
          </a:r>
        </a:p>
      </dsp:txBody>
      <dsp:txXfrm>
        <a:off x="24588" y="2325445"/>
        <a:ext cx="6443699" cy="454509"/>
      </dsp:txXfrm>
    </dsp:sp>
    <dsp:sp modelId="{75B4AD49-02B1-4C54-AFDB-BD2E4E9459F0}">
      <dsp:nvSpPr>
        <dsp:cNvPr id="0" name=""/>
        <dsp:cNvSpPr/>
      </dsp:nvSpPr>
      <dsp:spPr>
        <a:xfrm>
          <a:off x="0" y="2865022"/>
          <a:ext cx="6492875" cy="503685"/>
        </a:xfrm>
        <a:prstGeom prst="roundRect">
          <a:avLst/>
        </a:prstGeom>
        <a:solidFill>
          <a:schemeClr val="accent2">
            <a:hueOff val="725404"/>
            <a:satOff val="-6464"/>
            <a:lumOff val="-134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 data management can be challenging</a:t>
          </a:r>
        </a:p>
      </dsp:txBody>
      <dsp:txXfrm>
        <a:off x="24588" y="2889610"/>
        <a:ext cx="6443699" cy="454509"/>
      </dsp:txXfrm>
    </dsp:sp>
    <dsp:sp modelId="{4255C381-EE39-485A-A380-643A9119911C}">
      <dsp:nvSpPr>
        <dsp:cNvPr id="0" name=""/>
        <dsp:cNvSpPr/>
      </dsp:nvSpPr>
      <dsp:spPr>
        <a:xfrm>
          <a:off x="0" y="3429187"/>
          <a:ext cx="6492875" cy="503685"/>
        </a:xfrm>
        <a:prstGeom prst="roundRect">
          <a:avLst/>
        </a:prstGeom>
        <a:solidFill>
          <a:schemeClr val="accent2">
            <a:hueOff val="870485"/>
            <a:satOff val="-7757"/>
            <a:lumOff val="-16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CI/CD costs increase with test volume</a:t>
          </a:r>
        </a:p>
      </dsp:txBody>
      <dsp:txXfrm>
        <a:off x="24588" y="3453775"/>
        <a:ext cx="6443699" cy="454509"/>
      </dsp:txXfrm>
    </dsp:sp>
    <dsp:sp modelId="{2900C138-211F-47CC-9BB7-0A742A692EEB}">
      <dsp:nvSpPr>
        <dsp:cNvPr id="0" name=""/>
        <dsp:cNvSpPr/>
      </dsp:nvSpPr>
      <dsp:spPr>
        <a:xfrm>
          <a:off x="0" y="3993352"/>
          <a:ext cx="6492875" cy="503685"/>
        </a:xfrm>
        <a:prstGeom prst="roundRect">
          <a:avLst/>
        </a:prstGeom>
        <a:solidFill>
          <a:schemeClr val="accent2">
            <a:hueOff val="1015566"/>
            <a:satOff val="-9050"/>
            <a:lumOff val="-18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Flaky E2E tests require retry logic</a:t>
          </a:r>
        </a:p>
      </dsp:txBody>
      <dsp:txXfrm>
        <a:off x="24588" y="4017940"/>
        <a:ext cx="6443699" cy="454509"/>
      </dsp:txXfrm>
    </dsp:sp>
    <dsp:sp modelId="{706676E8-BC6A-424C-992F-468E2D8E4110}">
      <dsp:nvSpPr>
        <dsp:cNvPr id="0" name=""/>
        <dsp:cNvSpPr/>
      </dsp:nvSpPr>
      <dsp:spPr>
        <a:xfrm>
          <a:off x="0" y="4557517"/>
          <a:ext cx="6492875" cy="503685"/>
        </a:xfrm>
        <a:prstGeom prst="round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Mock data may not reflect real scenarios</a:t>
          </a:r>
        </a:p>
      </dsp:txBody>
      <dsp:txXfrm>
        <a:off x="24588" y="4582105"/>
        <a:ext cx="6443699" cy="454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3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0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6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03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3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2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9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3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0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5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5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9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7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3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79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5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4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D9ACDE-8038-488C-AB0C-5FD1A373C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4450" y="965200"/>
            <a:ext cx="7372350" cy="3404680"/>
          </a:xfrm>
        </p:spPr>
        <p:txBody>
          <a:bodyPr>
            <a:normAutofit/>
          </a:bodyPr>
          <a:lstStyle/>
          <a:p>
            <a:pPr algn="l"/>
            <a:r>
              <a:rPr lang="en-US">
                <a:ea typeface="+mj-lt"/>
                <a:cs typeface="+mj-lt"/>
              </a:rPr>
              <a:t>Automated Testing Pipeline for MERN Applications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450" y="4503906"/>
            <a:ext cx="7372350" cy="1388892"/>
          </a:xfrm>
        </p:spPr>
        <p:txBody>
          <a:bodyPr>
            <a:normAutofit fontScale="70000" lnSpcReduction="20000"/>
          </a:bodyPr>
          <a:lstStyle/>
          <a:p>
            <a:pPr algn="ctr" rtl="0">
              <a:buNone/>
            </a:pP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Om Singh[23bda70214]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Madhav </a:t>
            </a:r>
            <a:r>
              <a:rPr lang="en-US" sz="2100" b="0" i="0" u="none" strike="noStrike" dirty="0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Godara</a:t>
            </a: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[23bda70135]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 23CSP-339 Bachelor of Engineering - Computer Science &amp; Engineering Chandigarh University 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100" b="0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November 6, 2025</a:t>
            </a:r>
            <a:endParaRPr lang="en-US" b="0" dirty="0"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6C2449-5F66-4753-AAA3-4AD81E57A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9F7DAB-18F4-436A-A0D8-61013DEB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1424" y="1"/>
            <a:ext cx="3258129" cy="6858000"/>
            <a:chOff x="141424" y="1"/>
            <a:chExt cx="3258129" cy="6858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A2A446D-5444-4251-A0C1-1C33937BB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1"/>
              <a:ext cx="858884" cy="2780957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013EF53-9F7F-40D2-9E88-917DCF643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1"/>
              <a:ext cx="835810" cy="2671495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210AE139-2815-4F3D-A56C-2608DB3D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5830"/>
              <a:ext cx="2175413" cy="4272171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7C52B438-B53F-4BCB-A9A8-183E8815A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9078" y="2695292"/>
              <a:ext cx="2690743" cy="4162709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7375C8-AF41-41DF-8F04-72401D4B9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2690532"/>
              <a:ext cx="2904320" cy="4167469"/>
            </a:xfrm>
            <a:custGeom>
              <a:avLst/>
              <a:gdLst>
                <a:gd name="connsiteX0" fmla="*/ 0 w 2904320"/>
                <a:gd name="connsiteY0" fmla="*/ 0 h 4167469"/>
                <a:gd name="connsiteX1" fmla="*/ 288431 w 2904320"/>
                <a:gd name="connsiteY1" fmla="*/ 90425 h 4167469"/>
                <a:gd name="connsiteX2" fmla="*/ 2904320 w 2904320"/>
                <a:gd name="connsiteY2" fmla="*/ 3220465 h 4167469"/>
                <a:gd name="connsiteX3" fmla="*/ 2904320 w 2904320"/>
                <a:gd name="connsiteY3" fmla="*/ 4167469 h 4167469"/>
                <a:gd name="connsiteX4" fmla="*/ 2694589 w 2904320"/>
                <a:gd name="connsiteY4" fmla="*/ 4167469 h 4167469"/>
                <a:gd name="connsiteX5" fmla="*/ 3846 w 2904320"/>
                <a:gd name="connsiteY5" fmla="*/ 4759 h 41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4320" h="4167469">
                  <a:moveTo>
                    <a:pt x="0" y="0"/>
                  </a:moveTo>
                  <a:lnTo>
                    <a:pt x="288431" y="90425"/>
                  </a:lnTo>
                  <a:lnTo>
                    <a:pt x="2904320" y="3220465"/>
                  </a:lnTo>
                  <a:lnTo>
                    <a:pt x="2904320" y="4167469"/>
                  </a:lnTo>
                  <a:lnTo>
                    <a:pt x="2694589" y="4167469"/>
                  </a:lnTo>
                  <a:lnTo>
                    <a:pt x="3846" y="475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1B37C1D7-483C-4CD7-85AB-F4EEA6E57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1071"/>
              <a:ext cx="2894568" cy="427693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9FCFB-5522-0A86-5305-769E89E4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Agenda</a:t>
            </a: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AA6E149-148A-BB8C-EEB0-224707B19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41916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31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47EB-8A2A-5D2F-EF5E-6F032D2C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8A7D5C-28DA-BDE2-991D-8DAB922A83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654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3FEF7-D58B-D297-9E26-928E67D3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>
                <a:ea typeface="+mj-lt"/>
                <a:cs typeface="+mj-lt"/>
              </a:rPr>
              <a:t>Solution Overview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EA29-9351-FE54-FD6C-996E3BB77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Comprehensive automated testing pipeline for MERN applications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Multi-layer testing strategy: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Unit tests with Jest (80%+ coverage)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Integration tests for API endpoints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End-to-end tests with Cypress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Continuous Integration/Deployment with GitHub Actions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Automated quality gates and code coverage reports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Parallel test execution for faster feedback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Reusable test utilities and fixtures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4203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A198EF-6B7D-4B36-8666-4EE5A3BC4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A81C0-03F7-F945-85FA-4B455012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000000"/>
                </a:solidFill>
                <a:ea typeface="+mj-lt"/>
                <a:cs typeface="+mj-lt"/>
              </a:rPr>
              <a:t>System Architecture</a:t>
            </a:r>
          </a:p>
        </p:txBody>
      </p:sp>
      <p:sp useBgFill="1">
        <p:nvSpPr>
          <p:cNvPr id="11" name="Rounded Rectangle 16">
            <a:extLst>
              <a:ext uri="{FF2B5EF4-FFF2-40B4-BE49-F238E27FC236}">
                <a16:creationId xmlns:a16="http://schemas.microsoft.com/office/drawing/2014/main" id="{17348318-06B3-4581-BDC7-8BB5ACC0D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4EDEE4-D512-4009-8EEF-CE63D59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0D0D74DB-6C71-4213-85FF-20DD13769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E2ECCA0-3402-41F6-B3F0-C0614487A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8D51413-DF87-4855-8485-2BD24C20D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DD05C6A-7DF1-4600-883B-B5E8D2415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7050BDD-AE45-4BCF-A4B4-E66D54993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BFDB4D1-F713-4EE1-9802-3EC51960B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BFBFA6-EFD9-83AE-E50C-925B56634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891873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79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A198EF-6B7D-4B36-8666-4EE5A3BC4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B1C42-7E52-ED5F-8E79-0E35AD20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000000"/>
                </a:solidFill>
                <a:ea typeface="+mj-lt"/>
                <a:cs typeface="+mj-lt"/>
              </a:rPr>
              <a:t>Testing Layers &amp; Test Pyramid</a:t>
            </a:r>
            <a:endParaRPr lang="en-US" sz="3600">
              <a:solidFill>
                <a:srgbClr val="000000"/>
              </a:solidFill>
            </a:endParaRPr>
          </a:p>
        </p:txBody>
      </p:sp>
      <p:sp useBgFill="1">
        <p:nvSpPr>
          <p:cNvPr id="22" name="Rounded Rectangle 16">
            <a:extLst>
              <a:ext uri="{FF2B5EF4-FFF2-40B4-BE49-F238E27FC236}">
                <a16:creationId xmlns:a16="http://schemas.microsoft.com/office/drawing/2014/main" id="{17348318-06B3-4581-BDC7-8BB5ACC0D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4EDEE4-D512-4009-8EEF-CE63D59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0D0D74DB-6C71-4213-85FF-20DD13769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E2ECCA0-3402-41F6-B3F0-C0614487A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8D51413-DF87-4855-8485-2BD24C20D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DD05C6A-7DF1-4600-883B-B5E8D2415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7050BDD-AE45-4BCF-A4B4-E66D54993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BFDB4D1-F713-4EE1-9802-3EC51960B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014DE0F-48B2-59E4-3655-C2ACB3655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591903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00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BC541-2FEF-C0E3-B946-8C95E988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dirty="0">
                <a:ea typeface="+mj-lt"/>
                <a:cs typeface="+mj-lt"/>
              </a:rPr>
              <a:t>Technology Stack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9974B-D459-BD89-FC2A-7ADB7D5C1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Testing Frameworks: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Jest - Unit &amp; Integration testing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Cypress - E2E testing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Supertest - API testing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Utilities: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@testing-library/react - Component testing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mongodb-memory-server - Test database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faker - Test data generation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CI/CD: GitHub Actions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Code Quality: ESLint, Prettier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Reporting: Istanbul, Mochawesome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20844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1185-72EB-6D1E-1E06-1C654F5E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A987AD-9C7E-5D13-FE9A-1DB973B49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835199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68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A779F-CEA5-FE9B-307D-D97E0B1B6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Unit Testing with Jest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62F78-C34A-40A7-18AA-0CF9C3B7E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Coverage Thresholds: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Branches: 80%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Functions: 80%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Lines: 80%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Statements: 80%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 Utilities: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Mock factories for models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Test data generators with Faker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Setup/teardown helpers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Fast execution with isolated tests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Snapshot testing for components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6033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23CC-E818-1591-C981-DE24145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Integration Testing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757C59A-AE4E-E085-7DBB-26BE09882D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194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2522E-F58E-4374-F3FF-53BE054D8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End-to-End Testing with Cypress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D6593-458E-3766-DF68-806A81F1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Critical User Journey Testing: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User registration and login flows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Core business workflows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Data creation and management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Configuration: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Automatic retry on failure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Screenshot and video capture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Custom commands for common operations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 data management and seeding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Browser automation with Chrome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925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C629F-847F-BA3C-3F82-42F5B508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CI/CD Pipeline with GitHub Actions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70940A-068B-5872-5B96-A17B2E1FC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48976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672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DE1C-0626-7C94-B37A-6E32A112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Quality Gates &amp; Coverage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FC409-A483-EEEC-1DAE-BA438C478C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6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FA85-2E09-444E-3A00-5C53A5E3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Structure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2B605D1-F7D9-C08C-F3EE-464ED251A5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26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1E673-9E2D-027E-8CED-C125A2510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400">
                <a:ea typeface="+mj-lt"/>
                <a:cs typeface="+mj-lt"/>
              </a:rPr>
              <a:t>Implementation Statistics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05CF-E3E2-25BA-15BB-57F066CB9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Test Coverage: 85%+ across all layers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Total Test Cases: 150+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Unit Tests: 100+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Integration Tests: 30+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E2E Tests: 20+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Test Execution Time: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Unit: ~30 seconds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Integration: ~2 minutes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E2E: ~5 minutes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CI/CD Pipeline: 6 automated jobs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Code Quality: Zero ESLint errors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75478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3AE154-A206-AA3C-13F6-1E826970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  <a:ea typeface="+mj-lt"/>
                <a:cs typeface="+mj-lt"/>
              </a:rPr>
              <a:t>Results &amp; Demonstrations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0207-C59B-29D6-9358-530B5F9FF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Successful Implementation: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All tests pass consistently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85%+ code coverage achieved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Zero critical bugs in production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Fast feedback cycle (under 10 minutes)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Test Reports Available: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Coverage reports with detailed metrics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Test execution logs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Performance benchmarks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GitHub Repository: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ea typeface="+mn-lt"/>
                <a:cs typeface="+mn-lt"/>
              </a:rPr>
              <a:t>  • Complete source code and documentation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9926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00FE8-8C0A-0A54-05AB-E26F1ECB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dirty="0">
                <a:ea typeface="+mj-lt"/>
                <a:cs typeface="+mj-lt"/>
              </a:rPr>
              <a:t>Benefits &amp; Impact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9170-747B-4140-C7D6-5B5E4E84F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Quality Improvements: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Earlier bug detection (shift-left testing)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Higher code quality and maintainability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Reduced production defects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Development Efficiency: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Faster feedback loops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Automated regression testing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Confidence in refactoring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Cost Savings: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Lower cost of bug fixes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Reduced manual testing effort</a:t>
            </a:r>
            <a:endParaRPr lang="en-US" sz="1900"/>
          </a:p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  • Faster time to market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997156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22752-F09E-32C2-D488-6174525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Limitations</a:t>
            </a: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26845B-0B04-7A7D-3CC4-F7E50741E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18157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87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0672-92AF-DAA6-5B74-FD99C547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Future Scope</a:t>
            </a:r>
            <a:endParaRPr lang="en-US" sz="32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2100-8D46-5455-1D82-DC652575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Planned Enhancements: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Visual regression testing with Percy/Chromatic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Performance testing with k6/Artillery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Load testing for scalability validation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Contract testing with Pact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Accessibility testing automation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Test result analytics dashboard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Advanced test data management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Multi-browser E2E testing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Mobile testing with Appium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• AI-powered test generation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2357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7E6CE-FB55-6D2A-0C72-45D74D59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D8FC-5ACA-547E-E653-51F31373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Key Achievements: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Comprehensive automated testing pipeline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85%+ code coverage with quality gates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Multi-layer testing strategy implemented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CI/CD integration with GitHub Actions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Significant improvements in code quality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Lessons Learned: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Importance of test pyramid approach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Value of fast feedback loops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  • Balance between speed and coverage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Thank you!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Questions?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64242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1205</Words>
  <Application>Microsoft Office PowerPoint</Application>
  <PresentationFormat>Widescreen</PresentationFormat>
  <Paragraphs>219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Corbel</vt:lpstr>
      <vt:lpstr>Parallax</vt:lpstr>
      <vt:lpstr>Automated Testing Pipeline for MERN Applications</vt:lpstr>
      <vt:lpstr>Agenda</vt:lpstr>
      <vt:lpstr>Problem Statement</vt:lpstr>
      <vt:lpstr>Solution Overview</vt:lpstr>
      <vt:lpstr>System Architecture</vt:lpstr>
      <vt:lpstr>Testing Layers &amp; Test Pyramid</vt:lpstr>
      <vt:lpstr>Technology Stack</vt:lpstr>
      <vt:lpstr>Key Features</vt:lpstr>
      <vt:lpstr>Unit Testing with Jest</vt:lpstr>
      <vt:lpstr>Integration Testing</vt:lpstr>
      <vt:lpstr>End-to-End Testing with Cypress</vt:lpstr>
      <vt:lpstr>CI/CD Pipeline with GitHub Actions</vt:lpstr>
      <vt:lpstr>Quality Gates &amp; Coverage</vt:lpstr>
      <vt:lpstr>Project Structure</vt:lpstr>
      <vt:lpstr>Implementation Statistics</vt:lpstr>
      <vt:lpstr>Results &amp; Demonstrations</vt:lpstr>
      <vt:lpstr>Benefits &amp; Impact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Om Singh</cp:lastModifiedBy>
  <cp:revision>77</cp:revision>
  <dcterms:created xsi:type="dcterms:W3CDTF">2025-11-06T17:06:12Z</dcterms:created>
  <dcterms:modified xsi:type="dcterms:W3CDTF">2025-11-12T05:39:16Z</dcterms:modified>
</cp:coreProperties>
</file>